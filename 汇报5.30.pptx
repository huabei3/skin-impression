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1346" r:id="rId3"/>
    <p:sldId id="1347" r:id="rId4"/>
    <p:sldId id="1348" r:id="rId5"/>
  </p:sldIdLst>
  <p:sldSz cx="12192000" cy="6858000"/>
  <p:notesSz cx="6858000" cy="9144000"/>
  <p:custDataLst>
    <p:tags r:id="rId1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clrMru>
    <a:srgbClr val="FFFFCC"/>
    <a:srgbClr val="FFFF00"/>
    <a:srgbClr val="000000"/>
    <a:srgbClr val="FFFFFF"/>
    <a:srgbClr val="5F5F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483" autoAdjust="0"/>
    <p:restoredTop sz="94660"/>
  </p:normalViewPr>
  <p:slideViewPr>
    <p:cSldViewPr snapToGrid="0">
      <p:cViewPr varScale="1">
        <p:scale>
          <a:sx n="82" d="100"/>
          <a:sy n="82" d="100"/>
        </p:scale>
        <p:origin x="75" y="24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gs" Target="tags/tag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32BF96-043C-477A-BE94-FE282D863FF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529DA9-16BC-4275-B68F-E7BD0763547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gradFill rotWithShape="0">
          <a:gsLst>
            <a:gs pos="0">
              <a:schemeClr val="bg2"/>
            </a:gs>
            <a:gs pos="50000">
              <a:schemeClr val="bg1"/>
            </a:gs>
            <a:gs pos="100000">
              <a:schemeClr val="bg2"/>
            </a:gs>
          </a:gsLst>
          <a:lin ang="0" scaled="1"/>
        </a:gradFill>
        <a:effectLst>
          <a:outerShdw dist="107763" dir="2700000" algn="ctr" rotWithShape="0">
            <a:srgbClr val="000000"/>
          </a:outerShdw>
        </a:effectLst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invGray">
          <a:xfrm>
            <a:off x="11711517" y="444501"/>
            <a:ext cx="480483" cy="3152775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50000">
                <a:schemeClr val="hlink"/>
              </a:gs>
              <a:gs pos="100000">
                <a:schemeClr val="bg2"/>
              </a:gs>
            </a:gsLst>
            <a:lin ang="0" scaled="1"/>
          </a:gradFill>
          <a:ln w="9525">
            <a:noFill/>
            <a:miter lim="800000"/>
          </a:ln>
        </p:spPr>
        <p:txBody>
          <a:bodyPr wrap="none" anchor="ctr"/>
          <a:lstStyle>
            <a:lvl1pPr>
              <a:defRPr sz="4400" b="1">
                <a:solidFill>
                  <a:srgbClr val="FFCC00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4400" b="1">
                <a:solidFill>
                  <a:srgbClr val="FFCC00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4400" b="1">
                <a:solidFill>
                  <a:srgbClr val="FFCC00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4400" b="1">
                <a:solidFill>
                  <a:srgbClr val="FFCC00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4400" b="1">
                <a:solidFill>
                  <a:srgbClr val="FFCC00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lnSpc>
                <a:spcPct val="94000"/>
              </a:lnSpc>
              <a:spcBef>
                <a:spcPct val="50000"/>
              </a:spcBef>
              <a:spcAft>
                <a:spcPct val="0"/>
              </a:spcAft>
              <a:defRPr sz="4400" b="1">
                <a:solidFill>
                  <a:srgbClr val="FFCC00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lnSpc>
                <a:spcPct val="94000"/>
              </a:lnSpc>
              <a:spcBef>
                <a:spcPct val="50000"/>
              </a:spcBef>
              <a:spcAft>
                <a:spcPct val="0"/>
              </a:spcAft>
              <a:defRPr sz="4400" b="1">
                <a:solidFill>
                  <a:srgbClr val="FFCC00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lnSpc>
                <a:spcPct val="94000"/>
              </a:lnSpc>
              <a:spcBef>
                <a:spcPct val="50000"/>
              </a:spcBef>
              <a:spcAft>
                <a:spcPct val="0"/>
              </a:spcAft>
              <a:defRPr sz="4400" b="1">
                <a:solidFill>
                  <a:srgbClr val="FFCC00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lnSpc>
                <a:spcPct val="94000"/>
              </a:lnSpc>
              <a:spcBef>
                <a:spcPct val="50000"/>
              </a:spcBef>
              <a:spcAft>
                <a:spcPct val="0"/>
              </a:spcAft>
              <a:defRPr sz="4400" b="1">
                <a:solidFill>
                  <a:srgbClr val="FFCC00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endParaRPr lang="zh-CN" altLang="en-US" sz="4400"/>
          </a:p>
        </p:txBody>
      </p:sp>
      <p:sp>
        <p:nvSpPr>
          <p:cNvPr id="5" name="Freeform 3"/>
          <p:cNvSpPr/>
          <p:nvPr/>
        </p:nvSpPr>
        <p:spPr bwMode="invGray">
          <a:xfrm>
            <a:off x="0" y="0"/>
            <a:ext cx="12192000" cy="21336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720"/>
              </a:cxn>
              <a:cxn ang="0">
                <a:pos x="3600" y="624"/>
              </a:cxn>
              <a:cxn ang="0">
                <a:pos x="0" y="1000"/>
              </a:cxn>
              <a:cxn ang="0">
                <a:pos x="0" y="0"/>
              </a:cxn>
            </a:cxnLst>
            <a:rect l="0" t="0" r="r" b="b"/>
            <a:pathLst>
              <a:path w="5760" h="1104">
                <a:moveTo>
                  <a:pt x="0" y="0"/>
                </a:moveTo>
                <a:lnTo>
                  <a:pt x="5760" y="0"/>
                </a:lnTo>
                <a:lnTo>
                  <a:pt x="5760" y="720"/>
                </a:lnTo>
                <a:cubicBezTo>
                  <a:pt x="5400" y="824"/>
                  <a:pt x="4560" y="577"/>
                  <a:pt x="3600" y="624"/>
                </a:cubicBezTo>
                <a:cubicBezTo>
                  <a:pt x="2640" y="671"/>
                  <a:pt x="600" y="1104"/>
                  <a:pt x="0" y="1000"/>
                </a:cubicBez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chemeClr val="bg2"/>
              </a:gs>
              <a:gs pos="50000">
                <a:schemeClr val="bg1"/>
              </a:gs>
              <a:gs pos="100000">
                <a:schemeClr val="bg2"/>
              </a:gs>
            </a:gsLst>
            <a:lin ang="0" scaled="1"/>
          </a:gradFill>
          <a:ln w="9525">
            <a:noFill/>
            <a:round/>
          </a:ln>
        </p:spPr>
        <p:txBody>
          <a:bodyPr wrap="none" anchor="ctr"/>
          <a:lstStyle/>
          <a:p>
            <a:pPr>
              <a:defRPr/>
            </a:pPr>
            <a:endParaRPr lang="zh-CN" altLang="en-US" sz="1800">
              <a:ea typeface="宋体" panose="02010600030101010101" pitchFamily="2" charset="-122"/>
            </a:endParaRPr>
          </a:p>
        </p:txBody>
      </p:sp>
      <p:sp>
        <p:nvSpPr>
          <p:cNvPr id="6" name="Freeform 4"/>
          <p:cNvSpPr/>
          <p:nvPr/>
        </p:nvSpPr>
        <p:spPr bwMode="invGray">
          <a:xfrm>
            <a:off x="0" y="1163638"/>
            <a:ext cx="12192000" cy="5694362"/>
          </a:xfrm>
          <a:custGeom>
            <a:avLst/>
            <a:gdLst/>
            <a:ahLst/>
            <a:cxnLst>
              <a:cxn ang="0">
                <a:pos x="0" y="582"/>
              </a:cxn>
              <a:cxn ang="0">
                <a:pos x="2640" y="267"/>
              </a:cxn>
              <a:cxn ang="0">
                <a:pos x="3373" y="160"/>
              </a:cxn>
              <a:cxn ang="0">
                <a:pos x="5760" y="358"/>
              </a:cxn>
              <a:cxn ang="0">
                <a:pos x="5760" y="3587"/>
              </a:cxn>
              <a:cxn ang="0">
                <a:pos x="0" y="3587"/>
              </a:cxn>
              <a:cxn ang="0">
                <a:pos x="0" y="582"/>
              </a:cxn>
            </a:cxnLst>
            <a:rect l="0" t="0" r="r" b="b"/>
            <a:pathLst>
              <a:path w="5760" h="3587">
                <a:moveTo>
                  <a:pt x="0" y="582"/>
                </a:moveTo>
                <a:cubicBezTo>
                  <a:pt x="1027" y="680"/>
                  <a:pt x="1960" y="387"/>
                  <a:pt x="2640" y="267"/>
                </a:cubicBezTo>
                <a:cubicBezTo>
                  <a:pt x="2640" y="267"/>
                  <a:pt x="3268" y="180"/>
                  <a:pt x="3373" y="160"/>
                </a:cubicBezTo>
                <a:cubicBezTo>
                  <a:pt x="4120" y="0"/>
                  <a:pt x="5280" y="358"/>
                  <a:pt x="5760" y="358"/>
                </a:cubicBezTo>
                <a:lnTo>
                  <a:pt x="5760" y="3587"/>
                </a:lnTo>
                <a:lnTo>
                  <a:pt x="0" y="3587"/>
                </a:lnTo>
                <a:cubicBezTo>
                  <a:pt x="0" y="3587"/>
                  <a:pt x="0" y="582"/>
                  <a:pt x="0" y="582"/>
                </a:cubicBezTo>
                <a:close/>
              </a:path>
            </a:pathLst>
          </a:custGeom>
          <a:gradFill rotWithShape="0">
            <a:gsLst>
              <a:gs pos="0">
                <a:schemeClr val="bg2"/>
              </a:gs>
              <a:gs pos="50000">
                <a:schemeClr val="bg1"/>
              </a:gs>
              <a:gs pos="100000">
                <a:schemeClr val="bg2"/>
              </a:gs>
            </a:gsLst>
            <a:lin ang="0" scaled="1"/>
          </a:gradFill>
          <a:ln w="9525" cap="flat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 sz="1800">
              <a:ea typeface="宋体" panose="02010600030101010101" pitchFamily="2" charset="-122"/>
            </a:endParaRPr>
          </a:p>
        </p:txBody>
      </p:sp>
      <p:sp>
        <p:nvSpPr>
          <p:cNvPr id="7" name="Freeform 5"/>
          <p:cNvSpPr/>
          <p:nvPr/>
        </p:nvSpPr>
        <p:spPr bwMode="invGray">
          <a:xfrm>
            <a:off x="0" y="292101"/>
            <a:ext cx="12192000" cy="854075"/>
          </a:xfrm>
          <a:custGeom>
            <a:avLst/>
            <a:gdLst/>
            <a:ahLst/>
            <a:cxnLst>
              <a:cxn ang="0">
                <a:pos x="0" y="163"/>
              </a:cxn>
              <a:cxn ang="0">
                <a:pos x="0" y="403"/>
              </a:cxn>
              <a:cxn ang="0">
                <a:pos x="1773" y="443"/>
              </a:cxn>
              <a:cxn ang="0">
                <a:pos x="4573" y="176"/>
              </a:cxn>
              <a:cxn ang="0">
                <a:pos x="5760" y="536"/>
              </a:cxn>
              <a:cxn ang="0">
                <a:pos x="5760" y="163"/>
              </a:cxn>
              <a:cxn ang="0">
                <a:pos x="4560" y="29"/>
              </a:cxn>
              <a:cxn ang="0">
                <a:pos x="1987" y="336"/>
              </a:cxn>
              <a:cxn ang="0">
                <a:pos x="0" y="163"/>
              </a:cxn>
            </a:cxnLst>
            <a:rect l="0" t="0" r="r" b="b"/>
            <a:pathLst>
              <a:path w="5760" h="538">
                <a:moveTo>
                  <a:pt x="0" y="163"/>
                </a:moveTo>
                <a:lnTo>
                  <a:pt x="0" y="403"/>
                </a:lnTo>
                <a:cubicBezTo>
                  <a:pt x="295" y="450"/>
                  <a:pt x="1011" y="481"/>
                  <a:pt x="1773" y="443"/>
                </a:cubicBezTo>
                <a:cubicBezTo>
                  <a:pt x="2535" y="405"/>
                  <a:pt x="3909" y="161"/>
                  <a:pt x="4573" y="176"/>
                </a:cubicBezTo>
                <a:cubicBezTo>
                  <a:pt x="5237" y="191"/>
                  <a:pt x="5562" y="538"/>
                  <a:pt x="5760" y="536"/>
                </a:cubicBezTo>
                <a:lnTo>
                  <a:pt x="5760" y="163"/>
                </a:lnTo>
                <a:cubicBezTo>
                  <a:pt x="5560" y="79"/>
                  <a:pt x="5189" y="0"/>
                  <a:pt x="4560" y="29"/>
                </a:cubicBezTo>
                <a:cubicBezTo>
                  <a:pt x="3931" y="58"/>
                  <a:pt x="2747" y="314"/>
                  <a:pt x="1987" y="336"/>
                </a:cubicBezTo>
                <a:cubicBezTo>
                  <a:pt x="1227" y="358"/>
                  <a:pt x="414" y="199"/>
                  <a:pt x="0" y="163"/>
                </a:cubicBezTo>
                <a:close/>
              </a:path>
            </a:pathLst>
          </a:custGeom>
          <a:gradFill rotWithShape="0">
            <a:gsLst>
              <a:gs pos="0">
                <a:schemeClr val="bg1"/>
              </a:gs>
              <a:gs pos="5000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round/>
          </a:ln>
        </p:spPr>
        <p:txBody>
          <a:bodyPr wrap="none" anchor="ctr"/>
          <a:lstStyle/>
          <a:p>
            <a:pPr>
              <a:defRPr/>
            </a:pPr>
            <a:endParaRPr lang="zh-CN" altLang="en-US" sz="1800">
              <a:ea typeface="宋体" panose="02010600030101010101" pitchFamily="2" charset="-122"/>
            </a:endParaRPr>
          </a:p>
        </p:txBody>
      </p:sp>
      <p:sp>
        <p:nvSpPr>
          <p:cNvPr id="8" name="Freeform 6"/>
          <p:cNvSpPr/>
          <p:nvPr/>
        </p:nvSpPr>
        <p:spPr bwMode="hidden">
          <a:xfrm>
            <a:off x="0" y="2405064"/>
            <a:ext cx="12192000" cy="1069975"/>
          </a:xfrm>
          <a:custGeom>
            <a:avLst/>
            <a:gdLst/>
            <a:ahLst/>
            <a:cxnLst>
              <a:cxn ang="0">
                <a:pos x="0" y="246"/>
              </a:cxn>
              <a:cxn ang="0">
                <a:pos x="0" y="406"/>
              </a:cxn>
              <a:cxn ang="0">
                <a:pos x="1280" y="645"/>
              </a:cxn>
              <a:cxn ang="0">
                <a:pos x="1627" y="580"/>
              </a:cxn>
              <a:cxn ang="0">
                <a:pos x="4493" y="113"/>
              </a:cxn>
              <a:cxn ang="0">
                <a:pos x="5760" y="606"/>
              </a:cxn>
              <a:cxn ang="0">
                <a:pos x="5760" y="233"/>
              </a:cxn>
              <a:cxn ang="0">
                <a:pos x="4040" y="33"/>
              </a:cxn>
              <a:cxn ang="0">
                <a:pos x="1093" y="433"/>
              </a:cxn>
              <a:cxn ang="0">
                <a:pos x="0" y="246"/>
              </a:cxn>
            </a:cxnLst>
            <a:rect l="0" t="0" r="r" b="b"/>
            <a:pathLst>
              <a:path w="5760" h="674">
                <a:moveTo>
                  <a:pt x="0" y="246"/>
                </a:moveTo>
                <a:lnTo>
                  <a:pt x="0" y="406"/>
                </a:lnTo>
                <a:cubicBezTo>
                  <a:pt x="213" y="463"/>
                  <a:pt x="1009" y="616"/>
                  <a:pt x="1280" y="645"/>
                </a:cubicBezTo>
                <a:cubicBezTo>
                  <a:pt x="1551" y="674"/>
                  <a:pt x="1092" y="669"/>
                  <a:pt x="1627" y="580"/>
                </a:cubicBezTo>
                <a:cubicBezTo>
                  <a:pt x="2162" y="491"/>
                  <a:pt x="3804" y="109"/>
                  <a:pt x="4493" y="113"/>
                </a:cubicBezTo>
                <a:cubicBezTo>
                  <a:pt x="5182" y="117"/>
                  <a:pt x="5549" y="586"/>
                  <a:pt x="5760" y="606"/>
                </a:cubicBezTo>
                <a:lnTo>
                  <a:pt x="5760" y="233"/>
                </a:lnTo>
                <a:cubicBezTo>
                  <a:pt x="5471" y="158"/>
                  <a:pt x="4818" y="0"/>
                  <a:pt x="4040" y="33"/>
                </a:cubicBezTo>
                <a:cubicBezTo>
                  <a:pt x="3262" y="66"/>
                  <a:pt x="1766" y="398"/>
                  <a:pt x="1093" y="433"/>
                </a:cubicBezTo>
                <a:cubicBezTo>
                  <a:pt x="420" y="468"/>
                  <a:pt x="228" y="285"/>
                  <a:pt x="0" y="246"/>
                </a:cubicBezTo>
                <a:close/>
              </a:path>
            </a:pathLst>
          </a:custGeom>
          <a:gradFill rotWithShape="0">
            <a:gsLst>
              <a:gs pos="0">
                <a:schemeClr val="bg1"/>
              </a:gs>
              <a:gs pos="50000">
                <a:schemeClr val="accent2"/>
              </a:gs>
              <a:gs pos="100000">
                <a:schemeClr val="bg1"/>
              </a:gs>
            </a:gsLst>
            <a:lin ang="0" scaled="1"/>
          </a:gradFill>
          <a:ln w="9525" cap="flat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 sz="1800">
              <a:ea typeface="宋体" panose="02010600030101010101" pitchFamily="2" charset="-122"/>
            </a:endParaRPr>
          </a:p>
        </p:txBody>
      </p:sp>
      <p:sp>
        <p:nvSpPr>
          <p:cNvPr id="9" name="Freeform 7"/>
          <p:cNvSpPr/>
          <p:nvPr/>
        </p:nvSpPr>
        <p:spPr bwMode="white">
          <a:xfrm>
            <a:off x="3302000" y="1522414"/>
            <a:ext cx="8890000" cy="5335587"/>
          </a:xfrm>
          <a:custGeom>
            <a:avLst/>
            <a:gdLst/>
            <a:ahLst/>
            <a:cxnLst>
              <a:cxn ang="0">
                <a:pos x="0" y="3361"/>
              </a:cxn>
              <a:cxn ang="0">
                <a:pos x="1054" y="295"/>
              </a:cxn>
              <a:cxn ang="0">
                <a:pos x="4200" y="1588"/>
              </a:cxn>
              <a:cxn ang="0">
                <a:pos x="4200" y="2028"/>
              </a:cxn>
              <a:cxn ang="0">
                <a:pos x="1200" y="442"/>
              </a:cxn>
              <a:cxn ang="0">
                <a:pos x="347" y="3361"/>
              </a:cxn>
              <a:cxn ang="0">
                <a:pos x="0" y="3361"/>
              </a:cxn>
            </a:cxnLst>
            <a:rect l="0" t="0" r="r" b="b"/>
            <a:pathLst>
              <a:path w="4200" h="3361">
                <a:moveTo>
                  <a:pt x="0" y="3361"/>
                </a:moveTo>
                <a:cubicBezTo>
                  <a:pt x="118" y="2850"/>
                  <a:pt x="354" y="590"/>
                  <a:pt x="1054" y="295"/>
                </a:cubicBezTo>
                <a:cubicBezTo>
                  <a:pt x="1754" y="0"/>
                  <a:pt x="3676" y="1299"/>
                  <a:pt x="4200" y="1588"/>
                </a:cubicBezTo>
                <a:lnTo>
                  <a:pt x="4200" y="2028"/>
                </a:lnTo>
                <a:cubicBezTo>
                  <a:pt x="3700" y="1837"/>
                  <a:pt x="1842" y="220"/>
                  <a:pt x="1200" y="442"/>
                </a:cubicBezTo>
                <a:cubicBezTo>
                  <a:pt x="558" y="664"/>
                  <a:pt x="547" y="2875"/>
                  <a:pt x="347" y="3361"/>
                </a:cubicBezTo>
                <a:lnTo>
                  <a:pt x="0" y="3361"/>
                </a:lnTo>
                <a:close/>
              </a:path>
            </a:pathLst>
          </a:custGeom>
          <a:gradFill rotWithShape="0">
            <a:gsLst>
              <a:gs pos="0">
                <a:schemeClr val="accent2"/>
              </a:gs>
              <a:gs pos="50000">
                <a:schemeClr val="bg1"/>
              </a:gs>
              <a:gs pos="100000">
                <a:schemeClr val="accent2"/>
              </a:gs>
            </a:gsLst>
            <a:lin ang="5400000" scaled="1"/>
          </a:gradFill>
          <a:ln w="9525">
            <a:noFill/>
            <a:round/>
          </a:ln>
        </p:spPr>
        <p:txBody>
          <a:bodyPr wrap="none" anchor="ctr"/>
          <a:lstStyle/>
          <a:p>
            <a:pPr>
              <a:defRPr/>
            </a:pPr>
            <a:endParaRPr lang="zh-CN" altLang="en-US" sz="1800">
              <a:ea typeface="宋体" panose="02010600030101010101" pitchFamily="2" charset="-122"/>
            </a:endParaRPr>
          </a:p>
        </p:txBody>
      </p:sp>
      <p:sp>
        <p:nvSpPr>
          <p:cNvPr id="10" name="Freeform 8"/>
          <p:cNvSpPr/>
          <p:nvPr/>
        </p:nvSpPr>
        <p:spPr bwMode="invGray">
          <a:xfrm>
            <a:off x="0" y="3443289"/>
            <a:ext cx="12192000" cy="3055937"/>
          </a:xfrm>
          <a:custGeom>
            <a:avLst/>
            <a:gdLst/>
            <a:ahLst/>
            <a:cxnLst>
              <a:cxn ang="0">
                <a:pos x="0" y="804"/>
              </a:cxn>
              <a:cxn ang="0">
                <a:pos x="0" y="991"/>
              </a:cxn>
              <a:cxn ang="0">
                <a:pos x="1547" y="1818"/>
              </a:cxn>
              <a:cxn ang="0">
                <a:pos x="3253" y="351"/>
              </a:cxn>
              <a:cxn ang="0">
                <a:pos x="5760" y="1537"/>
              </a:cxn>
              <a:cxn ang="0">
                <a:pos x="5760" y="1151"/>
              </a:cxn>
              <a:cxn ang="0">
                <a:pos x="3240" y="84"/>
              </a:cxn>
              <a:cxn ang="0">
                <a:pos x="1573" y="1671"/>
              </a:cxn>
              <a:cxn ang="0">
                <a:pos x="0" y="804"/>
              </a:cxn>
            </a:cxnLst>
            <a:rect l="0" t="0" r="r" b="b"/>
            <a:pathLst>
              <a:path w="5760" h="1925">
                <a:moveTo>
                  <a:pt x="0" y="804"/>
                </a:moveTo>
                <a:lnTo>
                  <a:pt x="0" y="991"/>
                </a:lnTo>
                <a:cubicBezTo>
                  <a:pt x="258" y="1160"/>
                  <a:pt x="1005" y="1925"/>
                  <a:pt x="1547" y="1818"/>
                </a:cubicBezTo>
                <a:cubicBezTo>
                  <a:pt x="2089" y="1711"/>
                  <a:pt x="2551" y="398"/>
                  <a:pt x="3253" y="351"/>
                </a:cubicBezTo>
                <a:cubicBezTo>
                  <a:pt x="3955" y="304"/>
                  <a:pt x="5342" y="1404"/>
                  <a:pt x="5760" y="1537"/>
                </a:cubicBezTo>
                <a:lnTo>
                  <a:pt x="5760" y="1151"/>
                </a:lnTo>
                <a:cubicBezTo>
                  <a:pt x="5405" y="1124"/>
                  <a:pt x="3982" y="0"/>
                  <a:pt x="3240" y="84"/>
                </a:cubicBezTo>
                <a:cubicBezTo>
                  <a:pt x="2542" y="171"/>
                  <a:pt x="2113" y="1551"/>
                  <a:pt x="1573" y="1671"/>
                </a:cubicBezTo>
                <a:cubicBezTo>
                  <a:pt x="1033" y="1791"/>
                  <a:pt x="262" y="826"/>
                  <a:pt x="0" y="804"/>
                </a:cubicBezTo>
                <a:close/>
              </a:path>
            </a:pathLst>
          </a:custGeom>
          <a:gradFill rotWithShape="0">
            <a:gsLst>
              <a:gs pos="0">
                <a:schemeClr val="bg1"/>
              </a:gs>
              <a:gs pos="50000">
                <a:schemeClr val="accent2"/>
              </a:gs>
              <a:gs pos="100000">
                <a:schemeClr val="bg1"/>
              </a:gs>
            </a:gsLst>
            <a:lin ang="0" scaled="1"/>
          </a:gradFill>
          <a:ln w="9525" cap="flat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 sz="1800">
              <a:ea typeface="宋体" panose="02010600030101010101" pitchFamily="2" charset="-122"/>
            </a:endParaRPr>
          </a:p>
        </p:txBody>
      </p:sp>
      <p:sp>
        <p:nvSpPr>
          <p:cNvPr id="11" name="Freeform 9"/>
          <p:cNvSpPr/>
          <p:nvPr/>
        </p:nvSpPr>
        <p:spPr bwMode="white">
          <a:xfrm>
            <a:off x="0" y="3552825"/>
            <a:ext cx="8316384" cy="3365500"/>
          </a:xfrm>
          <a:custGeom>
            <a:avLst/>
            <a:gdLst/>
            <a:ahLst/>
            <a:cxnLst>
              <a:cxn ang="0">
                <a:pos x="0" y="415"/>
              </a:cxn>
              <a:cxn ang="0">
                <a:pos x="0" y="508"/>
              </a:cxn>
              <a:cxn ang="0">
                <a:pos x="1933" y="229"/>
              </a:cxn>
              <a:cxn ang="0">
                <a:pos x="3920" y="1055"/>
              </a:cxn>
              <a:cxn ang="0">
                <a:pos x="3587" y="2082"/>
              </a:cxn>
              <a:cxn ang="0">
                <a:pos x="3947" y="829"/>
              </a:cxn>
              <a:cxn ang="0">
                <a:pos x="2253" y="69"/>
              </a:cxn>
              <a:cxn ang="0">
                <a:pos x="0" y="415"/>
              </a:cxn>
            </a:cxnLst>
            <a:rect l="0" t="0" r="r" b="b"/>
            <a:pathLst>
              <a:path w="4196" h="2120">
                <a:moveTo>
                  <a:pt x="0" y="415"/>
                </a:moveTo>
                <a:lnTo>
                  <a:pt x="0" y="508"/>
                </a:lnTo>
                <a:cubicBezTo>
                  <a:pt x="160" y="577"/>
                  <a:pt x="1280" y="138"/>
                  <a:pt x="1933" y="229"/>
                </a:cubicBezTo>
                <a:cubicBezTo>
                  <a:pt x="2586" y="320"/>
                  <a:pt x="3644" y="746"/>
                  <a:pt x="3920" y="1055"/>
                </a:cubicBezTo>
                <a:cubicBezTo>
                  <a:pt x="4196" y="1364"/>
                  <a:pt x="3583" y="2120"/>
                  <a:pt x="3587" y="2082"/>
                </a:cubicBezTo>
                <a:lnTo>
                  <a:pt x="3947" y="829"/>
                </a:lnTo>
                <a:cubicBezTo>
                  <a:pt x="3725" y="494"/>
                  <a:pt x="2911" y="138"/>
                  <a:pt x="2253" y="69"/>
                </a:cubicBezTo>
                <a:cubicBezTo>
                  <a:pt x="1595" y="0"/>
                  <a:pt x="469" y="343"/>
                  <a:pt x="0" y="415"/>
                </a:cubicBezTo>
                <a:close/>
              </a:path>
            </a:pathLst>
          </a:custGeom>
          <a:gradFill rotWithShape="0">
            <a:gsLst>
              <a:gs pos="0">
                <a:schemeClr val="accent2"/>
              </a:gs>
              <a:gs pos="50000">
                <a:schemeClr val="bg1"/>
              </a:gs>
              <a:gs pos="100000">
                <a:schemeClr val="accent2"/>
              </a:gs>
            </a:gsLst>
            <a:lin ang="5400000" scaled="1"/>
          </a:gradFill>
          <a:ln w="9525" cap="flat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 sz="1800">
              <a:ea typeface="宋体" panose="02010600030101010101" pitchFamily="2" charset="-122"/>
            </a:endParaRPr>
          </a:p>
        </p:txBody>
      </p:sp>
      <p:sp>
        <p:nvSpPr>
          <p:cNvPr id="31754" name="Rectangle 10"/>
          <p:cNvSpPr>
            <a:spLocks noGrp="1" noChangeArrowheads="1"/>
          </p:cNvSpPr>
          <p:nvPr>
            <p:ph type="ctrTitle"/>
          </p:nvPr>
        </p:nvSpPr>
        <p:spPr>
          <a:xfrm>
            <a:off x="914400" y="1295400"/>
            <a:ext cx="103632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1755" name="Rectangle 11"/>
          <p:cNvSpPr>
            <a:spLocks noGrp="1" noChangeArrowheads="1"/>
          </p:cNvSpPr>
          <p:nvPr>
            <p:ph type="subTitle" idx="1"/>
          </p:nvPr>
        </p:nvSpPr>
        <p:spPr>
          <a:xfrm>
            <a:off x="1727200" y="3352800"/>
            <a:ext cx="85344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2" name="Rectangle 12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l">
              <a:lnSpc>
                <a:spcPct val="100000"/>
              </a:lnSpc>
              <a:defRPr sz="1400" b="0">
                <a:solidFill>
                  <a:srgbClr val="FFFFCC"/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13" name="Rectangle 13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lnSpc>
                <a:spcPct val="100000"/>
              </a:lnSpc>
              <a:defRPr sz="1400" b="0">
                <a:solidFill>
                  <a:srgbClr val="FFFFCC"/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r">
              <a:lnSpc>
                <a:spcPct val="100000"/>
              </a:lnSpc>
              <a:defRPr sz="1400" b="0">
                <a:solidFill>
                  <a:srgbClr val="FFFFCC"/>
                </a:solidFill>
              </a:defRPr>
            </a:lvl1pPr>
          </a:lstStyle>
          <a:p>
            <a:fld id="{24156141-D4B8-4078-B029-F1818C6B6CC1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spd="med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14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r">
              <a:lnSpc>
                <a:spcPct val="100000"/>
              </a:lnSpc>
              <a:defRPr sz="1400" b="0">
                <a:solidFill>
                  <a:srgbClr val="FFFFCC"/>
                </a:solidFill>
              </a:defRPr>
            </a:lvl1pPr>
          </a:lstStyle>
          <a:p>
            <a:fld id="{24156141-D4B8-4078-B029-F1818C6B6CC1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spd="med">
    <p:randomBar dir="vert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Rectangle 14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r">
              <a:lnSpc>
                <a:spcPct val="100000"/>
              </a:lnSpc>
              <a:defRPr sz="1400" b="0">
                <a:solidFill>
                  <a:srgbClr val="FFFFCC"/>
                </a:solidFill>
              </a:defRPr>
            </a:lvl1pPr>
          </a:lstStyle>
          <a:p>
            <a:fld id="{24156141-D4B8-4078-B029-F1818C6B6CC1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spd="med">
    <p:randomBar dir="vert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495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495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14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r">
              <a:lnSpc>
                <a:spcPct val="100000"/>
              </a:lnSpc>
              <a:defRPr sz="1400" b="0">
                <a:solidFill>
                  <a:srgbClr val="FFFFCC"/>
                </a:solidFill>
              </a:defRPr>
            </a:lvl1pPr>
          </a:lstStyle>
          <a:p>
            <a:fld id="{24156141-D4B8-4078-B029-F1818C6B6CC1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spd="med">
    <p:randomBar dir="vert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14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r">
              <a:lnSpc>
                <a:spcPct val="100000"/>
              </a:lnSpc>
              <a:defRPr sz="1400" b="0">
                <a:solidFill>
                  <a:srgbClr val="FFFFCC"/>
                </a:solidFill>
              </a:defRPr>
            </a:lvl1pPr>
          </a:lstStyle>
          <a:p>
            <a:fld id="{24156141-D4B8-4078-B029-F1818C6B6CC1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spd="med">
    <p:randomBar dir="vert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14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r">
              <a:lnSpc>
                <a:spcPct val="100000"/>
              </a:lnSpc>
              <a:defRPr sz="1400" b="0">
                <a:solidFill>
                  <a:srgbClr val="FFFFCC"/>
                </a:solidFill>
              </a:defRPr>
            </a:lvl1pPr>
          </a:lstStyle>
          <a:p>
            <a:fld id="{24156141-D4B8-4078-B029-F1818C6B6CC1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spd="med">
    <p:randomBar dir="vert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4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8737600" y="6284168"/>
            <a:ext cx="2540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r">
              <a:lnSpc>
                <a:spcPct val="100000"/>
              </a:lnSpc>
              <a:defRPr sz="1400" b="0">
                <a:solidFill>
                  <a:srgbClr val="FFFFCC"/>
                </a:solidFill>
              </a:defRPr>
            </a:lvl1pPr>
          </a:lstStyle>
          <a:p>
            <a:fld id="{24156141-D4B8-4078-B029-F1818C6B6CC1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spd="med">
    <p:randomBar dir="vert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14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r">
              <a:lnSpc>
                <a:spcPct val="100000"/>
              </a:lnSpc>
              <a:defRPr sz="1400" b="0">
                <a:solidFill>
                  <a:srgbClr val="FFFFCC"/>
                </a:solidFill>
              </a:defRPr>
            </a:lvl1pPr>
          </a:lstStyle>
          <a:p>
            <a:fld id="{24156141-D4B8-4078-B029-F1818C6B6CC1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spd="med">
    <p:randomBar dir="vert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14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r">
              <a:lnSpc>
                <a:spcPct val="100000"/>
              </a:lnSpc>
              <a:defRPr sz="1400" b="0">
                <a:solidFill>
                  <a:srgbClr val="FFFFCC"/>
                </a:solidFill>
              </a:defRPr>
            </a:lvl1pPr>
          </a:lstStyle>
          <a:p>
            <a:fld id="{24156141-D4B8-4078-B029-F1818C6B6CC1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spd="med">
    <p:randomBar dir="vert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14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r">
              <a:lnSpc>
                <a:spcPct val="100000"/>
              </a:lnSpc>
              <a:defRPr sz="1400" b="0">
                <a:solidFill>
                  <a:srgbClr val="FFFFCC"/>
                </a:solidFill>
              </a:defRPr>
            </a:lvl1pPr>
          </a:lstStyle>
          <a:p>
            <a:fld id="{24156141-D4B8-4078-B029-F1818C6B6CC1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spd="med">
    <p:randomBar dir="vert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28600"/>
            <a:ext cx="2743200" cy="5867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28600"/>
            <a:ext cx="8026400" cy="5867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14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r">
              <a:lnSpc>
                <a:spcPct val="100000"/>
              </a:lnSpc>
              <a:defRPr sz="1400" b="0">
                <a:solidFill>
                  <a:srgbClr val="FFFFCC"/>
                </a:solidFill>
              </a:defRPr>
            </a:lvl1pPr>
          </a:lstStyle>
          <a:p>
            <a:fld id="{24156141-D4B8-4078-B029-F1818C6B6CC1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spd="med">
    <p:randomBar dir="vert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 preserve="1">
  <p:cSld name="标题，剪贴画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剪贴画占位符 2"/>
          <p:cNvSpPr>
            <a:spLocks noGrp="1"/>
          </p:cNvSpPr>
          <p:nvPr>
            <p:ph type="clipArt" sz="half" idx="1"/>
          </p:nvPr>
        </p:nvSpPr>
        <p:spPr>
          <a:xfrm>
            <a:off x="609600" y="1600200"/>
            <a:ext cx="5384800" cy="4495800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197600" y="1600200"/>
            <a:ext cx="5384800" cy="4495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14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r">
              <a:lnSpc>
                <a:spcPct val="100000"/>
              </a:lnSpc>
              <a:defRPr sz="1400" b="0">
                <a:solidFill>
                  <a:srgbClr val="FFFFCC"/>
                </a:solidFill>
              </a:defRPr>
            </a:lvl1pPr>
          </a:lstStyle>
          <a:p>
            <a:fld id="{24156141-D4B8-4078-B029-F1818C6B6CC1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spd="med">
    <p:randomBar dir="vert"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invGray"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0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28600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zh-CN"/>
              <a:t>Click to edit Master title style</a:t>
            </a:r>
            <a:endParaRPr lang="en-US" altLang="zh-CN"/>
          </a:p>
        </p:txBody>
      </p:sp>
      <p:sp>
        <p:nvSpPr>
          <p:cNvPr id="1027" name="Rectangle 11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449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		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en-US" altLang="zh-CN"/>
          </a:p>
        </p:txBody>
      </p:sp>
      <p:sp>
        <p:nvSpPr>
          <p:cNvPr id="1028" name="Rectangle 18"/>
          <p:cNvSpPr>
            <a:spLocks noChangeArrowheads="1"/>
          </p:cNvSpPr>
          <p:nvPr/>
        </p:nvSpPr>
        <p:spPr bwMode="gray">
          <a:xfrm>
            <a:off x="0" y="1143001"/>
            <a:ext cx="12192000" cy="36513"/>
          </a:xfrm>
          <a:prstGeom prst="rect">
            <a:avLst/>
          </a:prstGeom>
          <a:gradFill rotWithShape="0">
            <a:gsLst>
              <a:gs pos="0">
                <a:srgbClr val="A603AB"/>
              </a:gs>
              <a:gs pos="12000">
                <a:srgbClr val="E81766"/>
              </a:gs>
              <a:gs pos="27000">
                <a:srgbClr val="EE3F17"/>
              </a:gs>
              <a:gs pos="48000">
                <a:srgbClr val="FFFF00"/>
              </a:gs>
              <a:gs pos="64999">
                <a:srgbClr val="1A8D48"/>
              </a:gs>
              <a:gs pos="78999">
                <a:srgbClr val="0819FB"/>
              </a:gs>
              <a:gs pos="100000">
                <a:srgbClr val="A603AB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4400" b="1">
                <a:solidFill>
                  <a:srgbClr val="FFCC00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4400" b="1">
                <a:solidFill>
                  <a:srgbClr val="FFCC00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4400" b="1">
                <a:solidFill>
                  <a:srgbClr val="FFCC00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4400" b="1">
                <a:solidFill>
                  <a:srgbClr val="FFCC00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4400" b="1">
                <a:solidFill>
                  <a:srgbClr val="FFCC00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lnSpc>
                <a:spcPct val="94000"/>
              </a:lnSpc>
              <a:spcBef>
                <a:spcPct val="50000"/>
              </a:spcBef>
              <a:spcAft>
                <a:spcPct val="0"/>
              </a:spcAft>
              <a:defRPr sz="4400" b="1">
                <a:solidFill>
                  <a:srgbClr val="FFCC00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lnSpc>
                <a:spcPct val="94000"/>
              </a:lnSpc>
              <a:spcBef>
                <a:spcPct val="50000"/>
              </a:spcBef>
              <a:spcAft>
                <a:spcPct val="0"/>
              </a:spcAft>
              <a:defRPr sz="4400" b="1">
                <a:solidFill>
                  <a:srgbClr val="FFCC00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lnSpc>
                <a:spcPct val="94000"/>
              </a:lnSpc>
              <a:spcBef>
                <a:spcPct val="50000"/>
              </a:spcBef>
              <a:spcAft>
                <a:spcPct val="0"/>
              </a:spcAft>
              <a:defRPr sz="4400" b="1">
                <a:solidFill>
                  <a:srgbClr val="FFCC00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lnSpc>
                <a:spcPct val="94000"/>
              </a:lnSpc>
              <a:spcBef>
                <a:spcPct val="50000"/>
              </a:spcBef>
              <a:spcAft>
                <a:spcPct val="0"/>
              </a:spcAft>
              <a:defRPr sz="4400" b="1">
                <a:solidFill>
                  <a:srgbClr val="FFCC00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endParaRPr lang="zh-CN" altLang="en-US" sz="4400"/>
          </a:p>
        </p:txBody>
      </p:sp>
      <p:sp>
        <p:nvSpPr>
          <p:cNvPr id="1029" name="Rectangle 21"/>
          <p:cNvSpPr>
            <a:spLocks noChangeArrowheads="1"/>
          </p:cNvSpPr>
          <p:nvPr/>
        </p:nvSpPr>
        <p:spPr bwMode="gray">
          <a:xfrm>
            <a:off x="0" y="6248400"/>
            <a:ext cx="12192000" cy="381000"/>
          </a:xfrm>
          <a:prstGeom prst="rect">
            <a:avLst/>
          </a:prstGeom>
          <a:gradFill rotWithShape="0">
            <a:gsLst>
              <a:gs pos="0">
                <a:srgbClr val="A603AB"/>
              </a:gs>
              <a:gs pos="12000">
                <a:srgbClr val="E81766"/>
              </a:gs>
              <a:gs pos="27000">
                <a:srgbClr val="EE3F17"/>
              </a:gs>
              <a:gs pos="48000">
                <a:srgbClr val="FFFF00"/>
              </a:gs>
              <a:gs pos="64999">
                <a:srgbClr val="1A8D48"/>
              </a:gs>
              <a:gs pos="78999">
                <a:srgbClr val="0819FB"/>
              </a:gs>
              <a:gs pos="100000">
                <a:srgbClr val="A603AB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4400" b="1">
                <a:solidFill>
                  <a:srgbClr val="FFCC00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4400" b="1">
                <a:solidFill>
                  <a:srgbClr val="FFCC00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4400" b="1">
                <a:solidFill>
                  <a:srgbClr val="FFCC00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4400" b="1">
                <a:solidFill>
                  <a:srgbClr val="FFCC00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4400" b="1">
                <a:solidFill>
                  <a:srgbClr val="FFCC00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lnSpc>
                <a:spcPct val="94000"/>
              </a:lnSpc>
              <a:spcBef>
                <a:spcPct val="50000"/>
              </a:spcBef>
              <a:spcAft>
                <a:spcPct val="0"/>
              </a:spcAft>
              <a:defRPr sz="4400" b="1">
                <a:solidFill>
                  <a:srgbClr val="FFCC00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lnSpc>
                <a:spcPct val="94000"/>
              </a:lnSpc>
              <a:spcBef>
                <a:spcPct val="50000"/>
              </a:spcBef>
              <a:spcAft>
                <a:spcPct val="0"/>
              </a:spcAft>
              <a:defRPr sz="4400" b="1">
                <a:solidFill>
                  <a:srgbClr val="FFCC00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lnSpc>
                <a:spcPct val="94000"/>
              </a:lnSpc>
              <a:spcBef>
                <a:spcPct val="50000"/>
              </a:spcBef>
              <a:spcAft>
                <a:spcPct val="0"/>
              </a:spcAft>
              <a:defRPr sz="4400" b="1">
                <a:solidFill>
                  <a:srgbClr val="FFCC00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lnSpc>
                <a:spcPct val="94000"/>
              </a:lnSpc>
              <a:spcBef>
                <a:spcPct val="50000"/>
              </a:spcBef>
              <a:spcAft>
                <a:spcPct val="0"/>
              </a:spcAft>
              <a:defRPr sz="4400" b="1">
                <a:solidFill>
                  <a:srgbClr val="FFCC00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endParaRPr lang="zh-CN" altLang="en-US" sz="4400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 spd="med">
    <p:randomBar dir="vert"/>
  </p:transition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000">
          <a:solidFill>
            <a:srgbClr val="FFFF00"/>
          </a:solidFill>
          <a:latin typeface="+mj-lt"/>
          <a:ea typeface="MS PGothic" panose="020B0600070205080204" pitchFamily="34" charset="-128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000">
          <a:solidFill>
            <a:srgbClr val="FFFF00"/>
          </a:solidFill>
          <a:latin typeface="Comic Sans MS" panose="030F0702030302020204" pitchFamily="66" charset="0"/>
          <a:ea typeface="MS PGothic" panose="020B0600070205080204" pitchFamily="34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000">
          <a:solidFill>
            <a:srgbClr val="FFFF00"/>
          </a:solidFill>
          <a:latin typeface="Comic Sans MS" panose="030F0702030302020204" pitchFamily="66" charset="0"/>
          <a:ea typeface="MS PGothic" panose="020B0600070205080204" pitchFamily="34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000">
          <a:solidFill>
            <a:srgbClr val="FFFF00"/>
          </a:solidFill>
          <a:latin typeface="Comic Sans MS" panose="030F0702030302020204" pitchFamily="66" charset="0"/>
          <a:ea typeface="MS PGothic" panose="020B0600070205080204" pitchFamily="34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000">
          <a:solidFill>
            <a:srgbClr val="FFFF00"/>
          </a:solidFill>
          <a:latin typeface="Comic Sans MS" panose="030F0702030302020204" pitchFamily="66" charset="0"/>
          <a:ea typeface="MS PGothic" panose="020B0600070205080204" pitchFamily="34" charset="-128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kumimoji="1" sz="4000">
          <a:solidFill>
            <a:srgbClr val="FFFF00"/>
          </a:solidFill>
          <a:latin typeface="Comic Sans MS" panose="030F0702030302020204" pitchFamily="66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kumimoji="1" sz="4000">
          <a:solidFill>
            <a:srgbClr val="FFFF00"/>
          </a:solidFill>
          <a:latin typeface="Comic Sans MS" panose="030F0702030302020204" pitchFamily="66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kumimoji="1" sz="4000">
          <a:solidFill>
            <a:srgbClr val="FFFF00"/>
          </a:solidFill>
          <a:latin typeface="Comic Sans MS" panose="030F0702030302020204" pitchFamily="66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kumimoji="1" sz="4000">
          <a:solidFill>
            <a:srgbClr val="FFFF00"/>
          </a:solidFill>
          <a:latin typeface="Comic Sans MS" panose="030F0702030302020204" pitchFamily="66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q"/>
        <a:defRPr kumimoji="1" sz="3200">
          <a:solidFill>
            <a:srgbClr val="FFFFFF"/>
          </a:solidFill>
          <a:latin typeface="+mn-lt"/>
          <a:ea typeface="MS PGothic" panose="020B0600070205080204" pitchFamily="34" charset="-128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§"/>
        <a:defRPr kumimoji="1" sz="2800">
          <a:solidFill>
            <a:srgbClr val="FFFFFF"/>
          </a:solidFill>
          <a:latin typeface="+mn-lt"/>
          <a:ea typeface="MS PGothic" panose="020B0600070205080204" pitchFamily="34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rgbClr val="FFFFFF"/>
          </a:solidFill>
          <a:latin typeface="+mn-lt"/>
          <a:ea typeface="MS PGothic" panose="020B0600070205080204" pitchFamily="3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rgbClr val="FFFFFF"/>
          </a:solidFill>
          <a:latin typeface="+mn-lt"/>
          <a:ea typeface="MS PGothic" panose="020B0600070205080204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rgbClr val="FFFFFF"/>
          </a:solidFill>
          <a:latin typeface="+mn-lt"/>
          <a:ea typeface="MS PGothic" panose="020B0600070205080204" pitchFamily="34" charset="-128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rgbClr val="FFFFFF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rgbClr val="FFFFFF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rgbClr val="FFFFFF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rgbClr val="FFFFFF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3" name="表格 2"/>
          <p:cNvGraphicFramePr/>
          <p:nvPr/>
        </p:nvGraphicFramePr>
        <p:xfrm>
          <a:off x="3183890" y="3786505"/>
          <a:ext cx="6248400" cy="1766570"/>
        </p:xfrm>
        <a:graphic>
          <a:graphicData uri="http://schemas.openxmlformats.org/drawingml/2006/table">
            <a:tbl>
              <a:tblPr/>
              <a:tblGrid>
                <a:gridCol w="795655"/>
                <a:gridCol w="1090295"/>
                <a:gridCol w="1090930"/>
                <a:gridCol w="1090295"/>
                <a:gridCol w="1090930"/>
                <a:gridCol w="1090295"/>
              </a:tblGrid>
              <a:tr h="614680">
                <a:tc>
                  <a:txBody>
                    <a:bodyPr/>
                    <a:p>
                      <a:pPr algn="l" fontAlgn="b"/>
                      <a:r>
                        <a:rPr lang="zh-CN" altLang="en-US" sz="2000" b="0" i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实验条件</a:t>
                      </a:r>
                      <a:endParaRPr lang="zh-CN" altLang="en-US" sz="2000" b="0" i="0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" marR="5080" marT="5080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b"/>
                      <a:r>
                        <a:rPr lang="zh-CN" altLang="en-US" sz="2000" b="0" i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亚洲人</a:t>
                      </a:r>
                      <a:endParaRPr lang="zh-CN" altLang="en-US" sz="2000" b="0" i="0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" marR="5080" marT="5080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b"/>
                      <a:r>
                        <a:rPr lang="zh-CN" altLang="en-US" sz="2000" b="0" i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高加索人</a:t>
                      </a:r>
                      <a:endParaRPr lang="zh-CN" altLang="en-US" sz="2000" b="0" i="0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" marR="5080" marT="5080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b"/>
                      <a:r>
                        <a:rPr lang="zh-CN" altLang="en-US" sz="2000" b="0" i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南亚人</a:t>
                      </a:r>
                      <a:endParaRPr lang="zh-CN" altLang="en-US" sz="2000" b="0" i="0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" marR="5080" marT="5080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b"/>
                      <a:r>
                        <a:rPr lang="zh-CN" altLang="en-US" sz="2000" b="0" i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非洲人</a:t>
                      </a:r>
                      <a:endParaRPr lang="zh-CN" altLang="en-US" sz="2000" b="0" i="0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" marR="5080" marT="5080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b"/>
                      <a:r>
                        <a:rPr lang="zh-CN" altLang="en-US" sz="2000" b="0" i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汇总</a:t>
                      </a:r>
                      <a:endParaRPr lang="zh-CN" altLang="en-US" sz="2000" b="0" i="0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" marR="5080" marT="5080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32130">
                <a:tc>
                  <a:txBody>
                    <a:bodyPr/>
                    <a:p>
                      <a:pPr algn="l" fontAlgn="b"/>
                      <a:r>
                        <a:rPr lang="zh-CN" altLang="en-US" sz="2000" b="0" i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实验室</a:t>
                      </a:r>
                      <a:endParaRPr lang="zh-CN" altLang="en-US" sz="2000" b="0" i="0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" marR="5080" marT="5080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2000" b="0" i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0.73 </a:t>
                      </a:r>
                      <a:endParaRPr lang="en-US" altLang="zh-CN" sz="2000" b="0" i="0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5080" marR="5080" marT="5080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2000" b="0" i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0.87 </a:t>
                      </a:r>
                      <a:endParaRPr lang="en-US" altLang="zh-CN" sz="2000" b="0" i="0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5080" marR="5080" marT="5080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2000" b="0" i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0.75 </a:t>
                      </a:r>
                      <a:endParaRPr lang="en-US" altLang="zh-CN" sz="2000" b="0" i="0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5080" marR="5080" marT="5080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2000" b="0" i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0.76 </a:t>
                      </a:r>
                      <a:endParaRPr lang="en-US" altLang="zh-CN" sz="2000" b="0" i="0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5080" marR="5080" marT="5080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2000" b="0" i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0.78 </a:t>
                      </a:r>
                      <a:endParaRPr lang="en-US" altLang="zh-CN" sz="2000" b="0" i="0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5080" marR="5080" marT="5080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09880">
                <a:tc>
                  <a:txBody>
                    <a:bodyPr/>
                    <a:p>
                      <a:pPr algn="l" fontAlgn="b"/>
                      <a:r>
                        <a:rPr lang="zh-CN" altLang="en-US" sz="2000" b="0" i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实景</a:t>
                      </a:r>
                      <a:endParaRPr lang="zh-CN" altLang="en-US" sz="2000" b="0" i="0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" marR="5080" marT="5080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2000" b="0" i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0.74 </a:t>
                      </a:r>
                      <a:endParaRPr lang="en-US" altLang="zh-CN" sz="2000" b="0" i="0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5080" marR="5080" marT="5080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2000" b="0" i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0.67 </a:t>
                      </a:r>
                      <a:endParaRPr lang="en-US" altLang="zh-CN" sz="2000" b="0" i="0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5080" marR="5080" marT="5080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2000" b="0" i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0.80 </a:t>
                      </a:r>
                      <a:endParaRPr lang="en-US" altLang="zh-CN" sz="2000" b="0" i="0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5080" marR="5080" marT="5080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2000" b="0" i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0.56 </a:t>
                      </a:r>
                      <a:endParaRPr lang="en-US" altLang="zh-CN" sz="2000" b="0" i="0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5080" marR="5080" marT="5080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2000" b="0" i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0.69 </a:t>
                      </a:r>
                      <a:endParaRPr lang="en-US" altLang="zh-CN" sz="2000" b="0" i="0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5080" marR="5080" marT="5080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09880">
                <a:tc>
                  <a:txBody>
                    <a:bodyPr/>
                    <a:p>
                      <a:pPr algn="l" fontAlgn="b"/>
                      <a:r>
                        <a:rPr lang="zh-CN" altLang="en-US" sz="2000" b="0" i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全部</a:t>
                      </a:r>
                      <a:endParaRPr lang="zh-CN" altLang="en-US" sz="2000" b="0" i="0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" marR="5080" marT="5080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2000" b="0" i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0.73 </a:t>
                      </a:r>
                      <a:endParaRPr lang="en-US" altLang="zh-CN" sz="2000" b="0" i="0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5080" marR="5080" marT="5080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2000" b="0" i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0.79 </a:t>
                      </a:r>
                      <a:endParaRPr lang="en-US" altLang="zh-CN" sz="2000" b="0" i="0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5080" marR="5080" marT="5080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2000" b="0" i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0.77 </a:t>
                      </a:r>
                      <a:endParaRPr lang="en-US" altLang="zh-CN" sz="2000" b="0" i="0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5080" marR="5080" marT="5080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2000" b="0" i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0.68 </a:t>
                      </a:r>
                      <a:endParaRPr lang="en-US" altLang="zh-CN" sz="2000" b="0" i="0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5080" marR="5080" marT="5080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2000" b="0" i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0.74 </a:t>
                      </a:r>
                      <a:endParaRPr lang="en-US" altLang="zh-CN" sz="2000" b="0" i="0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5080" marR="5080" marT="5080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1783080" y="2106930"/>
            <a:ext cx="9307830" cy="1322070"/>
          </a:xfrm>
          <a:prstGeom prst="rect">
            <a:avLst/>
          </a:prstGeom>
        </p:spPr>
        <p:txBody>
          <a:bodyPr wrap="square">
            <a:spAutoFit/>
          </a:bodyPr>
          <a:p>
            <a:pPr marL="0" algn="l" fontAlgn="b">
              <a:buClrTx/>
              <a:buSzTx/>
              <a:buFontTx/>
            </a:pPr>
            <a:r>
              <a:rPr lang="zh-CN" altLang="en-US" sz="2000" b="0" i="0">
                <a:solidFill>
                  <a:schemeClr val="accent3">
                    <a:lumMod val="20000"/>
                    <a:lumOff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从每个人种中选取一个模特作为验证集：AS选m05、CA选m02、SA选m08、AF选m09</a:t>
            </a:r>
            <a:endParaRPr lang="zh-CN" altLang="en-US" sz="2000" b="0" i="0">
              <a:solidFill>
                <a:schemeClr val="accent3">
                  <a:lumMod val="20000"/>
                  <a:lumOff val="8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algn="l" fontAlgn="b">
              <a:buClrTx/>
              <a:buSzTx/>
              <a:buFontTx/>
            </a:pPr>
            <a:r>
              <a:rPr lang="zh-CN" altLang="en-US" sz="2000" b="0" i="0">
                <a:solidFill>
                  <a:schemeClr val="accent3">
                    <a:lumMod val="20000"/>
                    <a:lumOff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SA和AF人种女性样本较少(n=2)，如果抽走1个验证，剩余样本无法拟合曲线，因此当拟合失败时，触发回退机制——使用该人种全部数据进行拟合。</a:t>
            </a:r>
            <a:endParaRPr lang="zh-CN" altLang="en-US" sz="2000" b="0" i="0">
              <a:solidFill>
                <a:schemeClr val="accent3">
                  <a:lumMod val="20000"/>
                  <a:lumOff val="8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43230" y="533400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>
                <a:solidFill>
                  <a:schemeClr val="accent3">
                    <a:lumMod val="20000"/>
                    <a:lumOff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传统模型验证</a:t>
            </a:r>
            <a:endParaRPr lang="zh-CN" altLang="en-US" sz="2800">
              <a:solidFill>
                <a:schemeClr val="accent3">
                  <a:lumMod val="20000"/>
                  <a:lumOff val="80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ransition spd="med">
    <p:randomBar dir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5347970" y="250825"/>
            <a:ext cx="6264275" cy="1630045"/>
          </a:xfrm>
          <a:prstGeom prst="rect">
            <a:avLst/>
          </a:prstGeom>
        </p:spPr>
        <p:txBody>
          <a:bodyPr wrap="square">
            <a:spAutoFit/>
          </a:bodyPr>
          <a:p>
            <a:pPr marL="0" algn="l" fontAlgn="b">
              <a:buClrTx/>
              <a:buSzTx/>
              <a:buFontTx/>
            </a:pPr>
            <a:r>
              <a:rPr lang="zh-CN" altLang="en-US" sz="2000" b="0" i="0">
                <a:solidFill>
                  <a:schemeClr val="accent3">
                    <a:lumMod val="20000"/>
                    <a:lumOff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同传统模型，从每个人种中选取一个模特作为验证集：AS选m05、CA选m02、SA选m08、AF选m09，从剩下的数据中选择两个场景为验证集：</a:t>
            </a:r>
            <a:r>
              <a:rPr lang="en-US" altLang="zh-CN" sz="2000" b="0" i="0">
                <a:solidFill>
                  <a:schemeClr val="accent3">
                    <a:lumMod val="20000"/>
                    <a:lumOff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AS</a:t>
            </a:r>
            <a:r>
              <a:rPr lang="zh-CN" altLang="en-US" sz="2000" b="0" i="0">
                <a:solidFill>
                  <a:schemeClr val="accent3">
                    <a:lumMod val="20000"/>
                    <a:lumOff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选</a:t>
            </a:r>
            <a:r>
              <a:rPr lang="en-US" altLang="zh-CN" sz="2000" b="0" i="0">
                <a:solidFill>
                  <a:schemeClr val="accent3">
                    <a:lumMod val="20000"/>
                    <a:lumOff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f05</a:t>
            </a:r>
            <a:r>
              <a:rPr lang="zh-CN" altLang="en-US" sz="2000" b="0" i="0">
                <a:solidFill>
                  <a:schemeClr val="accent3">
                    <a:lumMod val="20000"/>
                    <a:lumOff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en-US" altLang="zh-CN" sz="2000" b="0" i="0">
                <a:solidFill>
                  <a:schemeClr val="accent3">
                    <a:lumMod val="20000"/>
                    <a:lumOff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rs02\rs04、CA</a:t>
            </a:r>
            <a:r>
              <a:rPr lang="zh-CN" altLang="en-US" sz="2000" b="0" i="0">
                <a:solidFill>
                  <a:schemeClr val="accent3">
                    <a:lumMod val="20000"/>
                    <a:lumOff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选</a:t>
            </a:r>
            <a:r>
              <a:rPr lang="en-US" altLang="zh-CN" sz="2000" b="0" i="0">
                <a:solidFill>
                  <a:schemeClr val="accent3">
                    <a:lumMod val="20000"/>
                    <a:lumOff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f02</a:t>
            </a:r>
            <a:r>
              <a:rPr lang="zh-CN" altLang="en-US" sz="2000">
                <a:solidFill>
                  <a:schemeClr val="accent3">
                    <a:lumMod val="20000"/>
                    <a:lumOff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的</a:t>
            </a:r>
            <a:r>
              <a:rPr lang="en-US" altLang="zh-CN" sz="2000">
                <a:solidFill>
                  <a:schemeClr val="accent3">
                    <a:lumMod val="20000"/>
                    <a:lumOff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rs02\rs04</a:t>
            </a:r>
            <a:r>
              <a:rPr lang="en-US" altLang="zh-CN" sz="2000" b="0" i="0">
                <a:solidFill>
                  <a:schemeClr val="accent3">
                    <a:lumMod val="20000"/>
                    <a:lumOff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、SA</a:t>
            </a:r>
            <a:r>
              <a:rPr lang="zh-CN" altLang="en-US" sz="2000" b="0" i="0">
                <a:solidFill>
                  <a:schemeClr val="accent3">
                    <a:lumMod val="20000"/>
                    <a:lumOff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选</a:t>
            </a:r>
            <a:r>
              <a:rPr lang="en-US" altLang="zh-CN" sz="2000" b="0" i="0">
                <a:solidFill>
                  <a:schemeClr val="accent3">
                    <a:lumMod val="20000"/>
                    <a:lumOff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f08</a:t>
            </a:r>
            <a:r>
              <a:rPr lang="zh-CN" altLang="en-US" sz="2000">
                <a:solidFill>
                  <a:schemeClr val="accent3">
                    <a:lumMod val="20000"/>
                    <a:lumOff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的</a:t>
            </a:r>
            <a:r>
              <a:rPr lang="en-US" altLang="zh-CN" sz="2000">
                <a:solidFill>
                  <a:schemeClr val="accent3">
                    <a:lumMod val="20000"/>
                    <a:lumOff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rs02\rs04</a:t>
            </a:r>
            <a:r>
              <a:rPr lang="en-US" altLang="zh-CN" sz="2000" b="0" i="0">
                <a:solidFill>
                  <a:schemeClr val="accent3">
                    <a:lumMod val="20000"/>
                    <a:lumOff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、AF</a:t>
            </a:r>
            <a:r>
              <a:rPr lang="zh-CN" altLang="en-US" sz="2000" b="0" i="0">
                <a:solidFill>
                  <a:schemeClr val="accent3">
                    <a:lumMod val="20000"/>
                    <a:lumOff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选</a:t>
            </a:r>
            <a:r>
              <a:rPr lang="en-US" altLang="zh-CN" sz="2000" b="0" i="0">
                <a:solidFill>
                  <a:schemeClr val="accent3">
                    <a:lumMod val="20000"/>
                    <a:lumOff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f09</a:t>
            </a:r>
            <a:r>
              <a:rPr lang="zh-CN" altLang="en-US" sz="2000">
                <a:solidFill>
                  <a:schemeClr val="accent3">
                    <a:lumMod val="20000"/>
                    <a:lumOff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的</a:t>
            </a:r>
            <a:r>
              <a:rPr lang="en-US" altLang="zh-CN" sz="2000">
                <a:solidFill>
                  <a:schemeClr val="accent3">
                    <a:lumMod val="20000"/>
                    <a:lumOff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rs02\rs04</a:t>
            </a:r>
            <a:endParaRPr lang="zh-CN" altLang="en-US" sz="2000" b="0" i="0">
              <a:solidFill>
                <a:schemeClr val="accent3">
                  <a:lumMod val="20000"/>
                  <a:lumOff val="8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67640" y="74295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800">
                <a:solidFill>
                  <a:schemeClr val="accent3">
                    <a:lumMod val="20000"/>
                    <a:lumOff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deepskin</a:t>
            </a:r>
            <a:r>
              <a:rPr lang="zh-CN" altLang="en-US" sz="2800">
                <a:solidFill>
                  <a:schemeClr val="accent3">
                    <a:lumMod val="20000"/>
                    <a:lumOff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重新训练</a:t>
            </a:r>
            <a:endParaRPr lang="zh-CN" altLang="en-US" sz="2800">
              <a:solidFill>
                <a:schemeClr val="accent3">
                  <a:lumMod val="20000"/>
                  <a:lumOff val="80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graphicFrame>
        <p:nvGraphicFramePr>
          <p:cNvPr id="7" name="表格 6"/>
          <p:cNvGraphicFramePr/>
          <p:nvPr/>
        </p:nvGraphicFramePr>
        <p:xfrm>
          <a:off x="535940" y="724535"/>
          <a:ext cx="2821305" cy="5476240"/>
        </p:xfrm>
        <a:graphic>
          <a:graphicData uri="http://schemas.openxmlformats.org/drawingml/2006/table">
            <a:tbl>
              <a:tblPr/>
              <a:tblGrid>
                <a:gridCol w="940435"/>
                <a:gridCol w="940435"/>
                <a:gridCol w="940435"/>
              </a:tblGrid>
              <a:tr h="248920">
                <a:tc>
                  <a:txBody>
                    <a:bodyPr/>
                    <a:p>
                      <a:pPr algn="ctr" fontAlgn="ctr"/>
                      <a:r>
                        <a:rPr lang="en-US" altLang="zh-CN" sz="1600" b="1" i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Scene</a:t>
                      </a:r>
                      <a:endParaRPr lang="en-US" altLang="zh-CN" sz="1600" b="1" i="0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600" b="1" i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Pearson_r</a:t>
                      </a:r>
                      <a:endParaRPr lang="en-US" altLang="zh-CN" sz="1600" b="1" i="0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600" b="1" i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MAE</a:t>
                      </a:r>
                      <a:endParaRPr lang="en-US" altLang="zh-CN" sz="1600" b="1" i="0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8920">
                <a:tc>
                  <a:txBody>
                    <a:bodyPr/>
                    <a:p>
                      <a:pPr algn="ctr" fontAlgn="b"/>
                      <a:r>
                        <a:rPr lang="en-US" altLang="zh-CN" sz="1600" b="0" i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h3k</a:t>
                      </a:r>
                      <a:endParaRPr lang="en-US" altLang="zh-CN" sz="1600" b="0" i="0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600" b="0" i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0.91 </a:t>
                      </a:r>
                      <a:endParaRPr lang="en-US" altLang="zh-CN" sz="1600" b="0" i="0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600" b="0" i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0.12 </a:t>
                      </a:r>
                      <a:endParaRPr lang="en-US" altLang="zh-CN" sz="1600" b="0" i="0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8920">
                <a:tc>
                  <a:txBody>
                    <a:bodyPr/>
                    <a:p>
                      <a:pPr algn="ctr" fontAlgn="b"/>
                      <a:r>
                        <a:rPr lang="en-US" altLang="zh-CN" sz="1600" b="0" i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h4k</a:t>
                      </a:r>
                      <a:endParaRPr lang="en-US" altLang="zh-CN" sz="1600" b="0" i="0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600" b="0" i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0.95 </a:t>
                      </a:r>
                      <a:endParaRPr lang="en-US" altLang="zh-CN" sz="1600" b="0" i="0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600" b="0" i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0.08 </a:t>
                      </a:r>
                      <a:endParaRPr lang="en-US" altLang="zh-CN" sz="1600" b="0" i="0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8920">
                <a:tc>
                  <a:txBody>
                    <a:bodyPr/>
                    <a:p>
                      <a:pPr algn="ctr" fontAlgn="b"/>
                      <a:r>
                        <a:rPr lang="en-US" altLang="zh-CN" sz="1600" b="0" i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h5k</a:t>
                      </a:r>
                      <a:endParaRPr lang="en-US" altLang="zh-CN" sz="1600" b="0" i="0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600" b="0" i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0.93 </a:t>
                      </a:r>
                      <a:endParaRPr lang="en-US" altLang="zh-CN" sz="1600" b="0" i="0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600" b="0" i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0.09 </a:t>
                      </a:r>
                      <a:endParaRPr lang="en-US" altLang="zh-CN" sz="1600" b="0" i="0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8920">
                <a:tc>
                  <a:txBody>
                    <a:bodyPr/>
                    <a:p>
                      <a:pPr algn="ctr" fontAlgn="b"/>
                      <a:r>
                        <a:rPr lang="en-US" altLang="zh-CN" sz="1600" b="0" i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h6k</a:t>
                      </a:r>
                      <a:endParaRPr lang="en-US" altLang="zh-CN" sz="1600" b="0" i="0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600" b="0" i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0.88 </a:t>
                      </a:r>
                      <a:endParaRPr lang="en-US" altLang="zh-CN" sz="1600" b="0" i="0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600" b="0" i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0.14 </a:t>
                      </a:r>
                      <a:endParaRPr lang="en-US" altLang="zh-CN" sz="1600" b="0" i="0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8920">
                <a:tc>
                  <a:txBody>
                    <a:bodyPr/>
                    <a:p>
                      <a:pPr algn="ctr" fontAlgn="b"/>
                      <a:r>
                        <a:rPr lang="en-US" altLang="zh-CN" sz="1600" b="0" i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h7k</a:t>
                      </a:r>
                      <a:endParaRPr lang="en-US" altLang="zh-CN" sz="1600" b="0" i="0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600" b="0" i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0.89 </a:t>
                      </a:r>
                      <a:endParaRPr lang="en-US" altLang="zh-CN" sz="1600" b="0" i="0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600" b="0" i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0.11 </a:t>
                      </a:r>
                      <a:endParaRPr lang="en-US" altLang="zh-CN" sz="1600" b="0" i="0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8920">
                <a:tc>
                  <a:txBody>
                    <a:bodyPr/>
                    <a:p>
                      <a:pPr algn="ctr" fontAlgn="b"/>
                      <a:r>
                        <a:rPr lang="en-US" altLang="zh-CN" sz="1600" b="0" i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h8k</a:t>
                      </a:r>
                      <a:endParaRPr lang="en-US" altLang="zh-CN" sz="1600" b="0" i="0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600" b="0" i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0.96 </a:t>
                      </a:r>
                      <a:endParaRPr lang="en-US" altLang="zh-CN" sz="1600" b="0" i="0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600" b="0" i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0.07 </a:t>
                      </a:r>
                      <a:endParaRPr lang="en-US" altLang="zh-CN" sz="1600" b="0" i="0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8920">
                <a:tc>
                  <a:txBody>
                    <a:bodyPr/>
                    <a:p>
                      <a:pPr algn="ctr" fontAlgn="b"/>
                      <a:r>
                        <a:rPr lang="en-US" altLang="zh-CN" sz="1600" b="0" i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hd65</a:t>
                      </a:r>
                      <a:endParaRPr lang="en-US" altLang="zh-CN" sz="1600" b="0" i="0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600" b="0" i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0.88 </a:t>
                      </a:r>
                      <a:endParaRPr lang="en-US" altLang="zh-CN" sz="1600" b="0" i="0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600" b="0" i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0.11 </a:t>
                      </a:r>
                      <a:endParaRPr lang="en-US" altLang="zh-CN" sz="1600" b="0" i="0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8920">
                <a:tc>
                  <a:txBody>
                    <a:bodyPr/>
                    <a:p>
                      <a:pPr algn="ctr" fontAlgn="b"/>
                      <a:r>
                        <a:rPr lang="en-US" altLang="zh-CN" sz="1600" b="0" i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l3k</a:t>
                      </a:r>
                      <a:endParaRPr lang="en-US" altLang="zh-CN" sz="1600" b="0" i="0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600" b="0" i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0.50 </a:t>
                      </a:r>
                      <a:endParaRPr lang="en-US" altLang="zh-CN" sz="1600" b="0" i="0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600" b="0" i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0.15 </a:t>
                      </a:r>
                      <a:endParaRPr lang="en-US" altLang="zh-CN" sz="1600" b="0" i="0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8920">
                <a:tc>
                  <a:txBody>
                    <a:bodyPr/>
                    <a:p>
                      <a:pPr algn="ctr" fontAlgn="b"/>
                      <a:r>
                        <a:rPr lang="en-US" altLang="zh-CN" sz="1600" b="0" i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l4k</a:t>
                      </a:r>
                      <a:endParaRPr lang="en-US" altLang="zh-CN" sz="1600" b="0" i="0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600" b="0" i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0.83 </a:t>
                      </a:r>
                      <a:endParaRPr lang="en-US" altLang="zh-CN" sz="1600" b="0" i="0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600" b="0" i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0.12 </a:t>
                      </a:r>
                      <a:endParaRPr lang="en-US" altLang="zh-CN" sz="1600" b="0" i="0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8920">
                <a:tc>
                  <a:txBody>
                    <a:bodyPr/>
                    <a:p>
                      <a:pPr algn="ctr" fontAlgn="b"/>
                      <a:r>
                        <a:rPr lang="en-US" altLang="zh-CN" sz="1600" b="0" i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l5k</a:t>
                      </a:r>
                      <a:endParaRPr lang="en-US" altLang="zh-CN" sz="1600" b="0" i="0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600" b="0" i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0.87 </a:t>
                      </a:r>
                      <a:endParaRPr lang="en-US" altLang="zh-CN" sz="1600" b="0" i="0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600" b="0" i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0.10 </a:t>
                      </a:r>
                      <a:endParaRPr lang="en-US" altLang="zh-CN" sz="1600" b="0" i="0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8920">
                <a:tc>
                  <a:txBody>
                    <a:bodyPr/>
                    <a:p>
                      <a:pPr algn="ctr" fontAlgn="b"/>
                      <a:r>
                        <a:rPr lang="en-US" altLang="zh-CN" sz="1600" b="0" i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l6k</a:t>
                      </a:r>
                      <a:endParaRPr lang="en-US" altLang="zh-CN" sz="1600" b="0" i="0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600" b="0" i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0.91 </a:t>
                      </a:r>
                      <a:endParaRPr lang="en-US" altLang="zh-CN" sz="1600" b="0" i="0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600" b="0" i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0.09 </a:t>
                      </a:r>
                      <a:endParaRPr lang="en-US" altLang="zh-CN" sz="1600" b="0" i="0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8920">
                <a:tc>
                  <a:txBody>
                    <a:bodyPr/>
                    <a:p>
                      <a:pPr algn="ctr" fontAlgn="b"/>
                      <a:r>
                        <a:rPr lang="en-US" altLang="zh-CN" sz="1600" b="0" i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l7k</a:t>
                      </a:r>
                      <a:endParaRPr lang="en-US" altLang="zh-CN" sz="1600" b="0" i="0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600" b="0" i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0.93 </a:t>
                      </a:r>
                      <a:endParaRPr lang="en-US" altLang="zh-CN" sz="1600" b="0" i="0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600" b="0" i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0.08 </a:t>
                      </a:r>
                      <a:endParaRPr lang="en-US" altLang="zh-CN" sz="1600" b="0" i="0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8920">
                <a:tc>
                  <a:txBody>
                    <a:bodyPr/>
                    <a:p>
                      <a:pPr algn="ctr" fontAlgn="b"/>
                      <a:r>
                        <a:rPr lang="en-US" altLang="zh-CN" sz="1600" b="0" i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l8k</a:t>
                      </a:r>
                      <a:endParaRPr lang="en-US" altLang="zh-CN" sz="1600" b="0" i="0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600" b="0" i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0.91 </a:t>
                      </a:r>
                      <a:endParaRPr lang="en-US" altLang="zh-CN" sz="1600" b="0" i="0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600" b="0" i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0.10 </a:t>
                      </a:r>
                      <a:endParaRPr lang="en-US" altLang="zh-CN" sz="1600" b="0" i="0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8920">
                <a:tc>
                  <a:txBody>
                    <a:bodyPr/>
                    <a:p>
                      <a:pPr algn="ctr" fontAlgn="b"/>
                      <a:r>
                        <a:rPr lang="en-US" altLang="zh-CN" sz="1600" b="0" i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ld65</a:t>
                      </a:r>
                      <a:endParaRPr lang="en-US" altLang="zh-CN" sz="1600" b="0" i="0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600" b="0" i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0.92 </a:t>
                      </a:r>
                      <a:endParaRPr lang="en-US" altLang="zh-CN" sz="1600" b="0" i="0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600" b="0" i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0.10 </a:t>
                      </a:r>
                      <a:endParaRPr lang="en-US" altLang="zh-CN" sz="1600" b="0" i="0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8920">
                <a:tc>
                  <a:txBody>
                    <a:bodyPr/>
                    <a:p>
                      <a:pPr algn="ctr" fontAlgn="b"/>
                      <a:r>
                        <a:rPr lang="en-US" altLang="zh-CN" sz="1600" b="0" i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m3k</a:t>
                      </a:r>
                      <a:endParaRPr lang="en-US" altLang="zh-CN" sz="1600" b="0" i="0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600" b="0" i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0.94 </a:t>
                      </a:r>
                      <a:endParaRPr lang="en-US" altLang="zh-CN" sz="1600" b="0" i="0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600" b="0" i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0.10 </a:t>
                      </a:r>
                      <a:endParaRPr lang="en-US" altLang="zh-CN" sz="1600" b="0" i="0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8920">
                <a:tc>
                  <a:txBody>
                    <a:bodyPr/>
                    <a:p>
                      <a:pPr algn="ctr" fontAlgn="b"/>
                      <a:r>
                        <a:rPr lang="en-US" altLang="zh-CN" sz="1600" b="0" i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m4k</a:t>
                      </a:r>
                      <a:endParaRPr lang="en-US" altLang="zh-CN" sz="1600" b="0" i="0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600" b="0" i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0.92 </a:t>
                      </a:r>
                      <a:endParaRPr lang="en-US" altLang="zh-CN" sz="1600" b="0" i="0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600" b="0" i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0.10 </a:t>
                      </a:r>
                      <a:endParaRPr lang="en-US" altLang="zh-CN" sz="1600" b="0" i="0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8920">
                <a:tc>
                  <a:txBody>
                    <a:bodyPr/>
                    <a:p>
                      <a:pPr algn="ctr" fontAlgn="b"/>
                      <a:r>
                        <a:rPr lang="en-US" altLang="zh-CN" sz="1600" b="0" i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m5k</a:t>
                      </a:r>
                      <a:endParaRPr lang="en-US" altLang="zh-CN" sz="1600" b="0" i="0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600" b="0" i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0.89 </a:t>
                      </a:r>
                      <a:endParaRPr lang="en-US" altLang="zh-CN" sz="1600" b="0" i="0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600" b="0" i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0.10 </a:t>
                      </a:r>
                      <a:endParaRPr lang="en-US" altLang="zh-CN" sz="1600" b="0" i="0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8920">
                <a:tc>
                  <a:txBody>
                    <a:bodyPr/>
                    <a:p>
                      <a:pPr algn="ctr" fontAlgn="b"/>
                      <a:r>
                        <a:rPr lang="en-US" altLang="zh-CN" sz="1600" b="0" i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m6k</a:t>
                      </a:r>
                      <a:endParaRPr lang="en-US" altLang="zh-CN" sz="1600" b="0" i="0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600" b="0" i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0.91 </a:t>
                      </a:r>
                      <a:endParaRPr lang="en-US" altLang="zh-CN" sz="1600" b="0" i="0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600" b="0" i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0.08 </a:t>
                      </a:r>
                      <a:endParaRPr lang="en-US" altLang="zh-CN" sz="1600" b="0" i="0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8920">
                <a:tc>
                  <a:txBody>
                    <a:bodyPr/>
                    <a:p>
                      <a:pPr algn="ctr" fontAlgn="b"/>
                      <a:r>
                        <a:rPr lang="en-US" altLang="zh-CN" sz="1600" b="0" i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m7k</a:t>
                      </a:r>
                      <a:endParaRPr lang="en-US" altLang="zh-CN" sz="1600" b="0" i="0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600" b="0" i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0.94 </a:t>
                      </a:r>
                      <a:endParaRPr lang="en-US" altLang="zh-CN" sz="1600" b="0" i="0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600" b="0" i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0.08 </a:t>
                      </a:r>
                      <a:endParaRPr lang="en-US" altLang="zh-CN" sz="1600" b="0" i="0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8920">
                <a:tc>
                  <a:txBody>
                    <a:bodyPr/>
                    <a:p>
                      <a:pPr algn="ctr" fontAlgn="b"/>
                      <a:r>
                        <a:rPr lang="en-US" altLang="zh-CN" sz="1600" b="0" i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m8k</a:t>
                      </a:r>
                      <a:endParaRPr lang="en-US" altLang="zh-CN" sz="1600" b="0" i="0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600" b="0" i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0.94 </a:t>
                      </a:r>
                      <a:endParaRPr lang="en-US" altLang="zh-CN" sz="1600" b="0" i="0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600" b="0" i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0.08 </a:t>
                      </a:r>
                      <a:endParaRPr lang="en-US" altLang="zh-CN" sz="1600" b="0" i="0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8920">
                <a:tc>
                  <a:txBody>
                    <a:bodyPr/>
                    <a:p>
                      <a:pPr algn="ctr" fontAlgn="b"/>
                      <a:r>
                        <a:rPr lang="en-US" altLang="zh-CN" sz="1600" b="0" i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md65</a:t>
                      </a:r>
                      <a:endParaRPr lang="en-US" altLang="zh-CN" sz="1600" b="0" i="0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600" b="0" i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0.92 </a:t>
                      </a:r>
                      <a:endParaRPr lang="en-US" altLang="zh-CN" sz="1600" b="0" i="0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600" b="0" i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0.09 </a:t>
                      </a:r>
                      <a:endParaRPr lang="en-US" altLang="zh-CN" sz="1600" b="0" i="0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8" name="表格 7"/>
          <p:cNvGraphicFramePr/>
          <p:nvPr/>
        </p:nvGraphicFramePr>
        <p:xfrm>
          <a:off x="3705225" y="2061210"/>
          <a:ext cx="2905125" cy="4049395"/>
        </p:xfrm>
        <a:graphic>
          <a:graphicData uri="http://schemas.openxmlformats.org/drawingml/2006/table">
            <a:tbl>
              <a:tblPr/>
              <a:tblGrid>
                <a:gridCol w="968375"/>
                <a:gridCol w="968375"/>
                <a:gridCol w="968375"/>
              </a:tblGrid>
              <a:tr h="564515">
                <a:tc>
                  <a:txBody>
                    <a:bodyPr/>
                    <a:p>
                      <a:pPr algn="ctr" fontAlgn="ctr"/>
                      <a:r>
                        <a:rPr lang="en-US" altLang="zh-CN" sz="1600" b="1" i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Scene</a:t>
                      </a:r>
                      <a:endParaRPr lang="en-US" altLang="zh-CN" sz="1600" b="1" i="0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600" b="1" i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Pearson_r</a:t>
                      </a:r>
                      <a:endParaRPr lang="en-US" altLang="zh-CN" sz="1600" b="1" i="0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600" b="1" i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MAE</a:t>
                      </a:r>
                      <a:endParaRPr lang="en-US" altLang="zh-CN" sz="1600" b="1" i="0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8920">
                <a:tc>
                  <a:txBody>
                    <a:bodyPr/>
                    <a:p>
                      <a:pPr algn="ctr" fontAlgn="b"/>
                      <a:r>
                        <a:rPr lang="en-US" altLang="zh-CN" sz="1600" b="0" i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rs01</a:t>
                      </a:r>
                      <a:endParaRPr lang="en-US" altLang="zh-CN" sz="1600" b="0" i="0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600" b="0" i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0.94 </a:t>
                      </a:r>
                      <a:endParaRPr lang="en-US" altLang="zh-CN" sz="1600" b="0" i="0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600" b="0" i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0.08 </a:t>
                      </a:r>
                      <a:endParaRPr lang="en-US" altLang="zh-CN" sz="1600" b="0" i="0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8920">
                <a:tc>
                  <a:txBody>
                    <a:bodyPr/>
                    <a:p>
                      <a:pPr algn="ctr" fontAlgn="b"/>
                      <a:r>
                        <a:rPr lang="en-US" altLang="zh-CN" sz="1600" b="0" i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rs02</a:t>
                      </a:r>
                      <a:endParaRPr lang="en-US" altLang="zh-CN" sz="1600" b="0" i="0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600" b="0" i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0.95 </a:t>
                      </a:r>
                      <a:endParaRPr lang="en-US" altLang="zh-CN" sz="1600" b="0" i="0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600" b="0" i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0.07 </a:t>
                      </a:r>
                      <a:endParaRPr lang="en-US" altLang="zh-CN" sz="1600" b="0" i="0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8920">
                <a:tc>
                  <a:txBody>
                    <a:bodyPr/>
                    <a:p>
                      <a:pPr algn="ctr" fontAlgn="b"/>
                      <a:r>
                        <a:rPr lang="en-US" altLang="zh-CN" sz="1600" b="0" i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rs03</a:t>
                      </a:r>
                      <a:endParaRPr lang="en-US" altLang="zh-CN" sz="1600" b="0" i="0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600" b="0" i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0.93 </a:t>
                      </a:r>
                      <a:endParaRPr lang="en-US" altLang="zh-CN" sz="1600" b="0" i="0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600" b="0" i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0.09 </a:t>
                      </a:r>
                      <a:endParaRPr lang="en-US" altLang="zh-CN" sz="1600" b="0" i="0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8920">
                <a:tc>
                  <a:txBody>
                    <a:bodyPr/>
                    <a:p>
                      <a:pPr algn="ctr" fontAlgn="b"/>
                      <a:r>
                        <a:rPr lang="en-US" altLang="zh-CN" sz="1600" b="0" i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rs04</a:t>
                      </a:r>
                      <a:endParaRPr lang="en-US" altLang="zh-CN" sz="1600" b="0" i="0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600" b="0" i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0.95 </a:t>
                      </a:r>
                      <a:endParaRPr lang="en-US" altLang="zh-CN" sz="1600" b="0" i="0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600" b="0" i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0.08 </a:t>
                      </a:r>
                      <a:endParaRPr lang="en-US" altLang="zh-CN" sz="1600" b="0" i="0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8920">
                <a:tc>
                  <a:txBody>
                    <a:bodyPr/>
                    <a:p>
                      <a:pPr algn="ctr" fontAlgn="b"/>
                      <a:r>
                        <a:rPr lang="en-US" altLang="zh-CN" sz="1600" b="0" i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rs05</a:t>
                      </a:r>
                      <a:endParaRPr lang="en-US" altLang="zh-CN" sz="1600" b="0" i="0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600" b="0" i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0.92 </a:t>
                      </a:r>
                      <a:endParaRPr lang="en-US" altLang="zh-CN" sz="1600" b="0" i="0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600" b="0" i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0.09 </a:t>
                      </a:r>
                      <a:endParaRPr lang="en-US" altLang="zh-CN" sz="1600" b="0" i="0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8920">
                <a:tc>
                  <a:txBody>
                    <a:bodyPr/>
                    <a:p>
                      <a:pPr algn="ctr" fontAlgn="b"/>
                      <a:r>
                        <a:rPr lang="en-US" altLang="zh-CN" sz="1600" b="0" i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rs06</a:t>
                      </a:r>
                      <a:endParaRPr lang="en-US" altLang="zh-CN" sz="1600" b="0" i="0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600" b="0" i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0.93 </a:t>
                      </a:r>
                      <a:endParaRPr lang="en-US" altLang="zh-CN" sz="1600" b="0" i="0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600" b="0" i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0.09 </a:t>
                      </a:r>
                      <a:endParaRPr lang="en-US" altLang="zh-CN" sz="1600" b="0" i="0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8920">
                <a:tc>
                  <a:txBody>
                    <a:bodyPr/>
                    <a:p>
                      <a:pPr algn="ctr" fontAlgn="b"/>
                      <a:r>
                        <a:rPr lang="en-US" altLang="zh-CN" sz="1600" b="0" i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rs07</a:t>
                      </a:r>
                      <a:endParaRPr lang="en-US" altLang="zh-CN" sz="1600" b="0" i="0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600" b="0" i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0.86 </a:t>
                      </a:r>
                      <a:endParaRPr lang="en-US" altLang="zh-CN" sz="1600" b="0" i="0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600" b="0" i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0.11 </a:t>
                      </a:r>
                      <a:endParaRPr lang="en-US" altLang="zh-CN" sz="1600" b="0" i="0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8920">
                <a:tc>
                  <a:txBody>
                    <a:bodyPr/>
                    <a:p>
                      <a:pPr algn="ctr" fontAlgn="b"/>
                      <a:r>
                        <a:rPr lang="en-US" altLang="zh-CN" sz="1600" b="0" i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rs08</a:t>
                      </a:r>
                      <a:endParaRPr lang="en-US" altLang="zh-CN" sz="1600" b="0" i="0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600" b="0" i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0.94 </a:t>
                      </a:r>
                      <a:endParaRPr lang="en-US" altLang="zh-CN" sz="1600" b="0" i="0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600" b="0" i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0.08 </a:t>
                      </a:r>
                      <a:endParaRPr lang="en-US" altLang="zh-CN" sz="1600" b="0" i="0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8920">
                <a:tc>
                  <a:txBody>
                    <a:bodyPr/>
                    <a:p>
                      <a:pPr algn="ctr" fontAlgn="b"/>
                      <a:r>
                        <a:rPr lang="en-US" altLang="zh-CN" sz="1600" b="0" i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rs09</a:t>
                      </a:r>
                      <a:endParaRPr lang="en-US" altLang="zh-CN" sz="1600" b="0" i="0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600" b="0" i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0.87 </a:t>
                      </a:r>
                      <a:endParaRPr lang="en-US" altLang="zh-CN" sz="1600" b="0" i="0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600" b="0" i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0.09 </a:t>
                      </a:r>
                      <a:endParaRPr lang="en-US" altLang="zh-CN" sz="1600" b="0" i="0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8920">
                <a:tc>
                  <a:txBody>
                    <a:bodyPr/>
                    <a:p>
                      <a:pPr algn="ctr" fontAlgn="b"/>
                      <a:r>
                        <a:rPr lang="en-US" altLang="zh-CN" sz="1600" b="0" i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rs10</a:t>
                      </a:r>
                      <a:endParaRPr lang="en-US" altLang="zh-CN" sz="1600" b="0" i="0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600" b="0" i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0.95 </a:t>
                      </a:r>
                      <a:endParaRPr lang="en-US" altLang="zh-CN" sz="1600" b="0" i="0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600" b="0" i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0.07 </a:t>
                      </a:r>
                      <a:endParaRPr lang="en-US" altLang="zh-CN" sz="1600" b="0" i="0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8920">
                <a:tc>
                  <a:txBody>
                    <a:bodyPr/>
                    <a:p>
                      <a:pPr algn="ctr" fontAlgn="b"/>
                      <a:r>
                        <a:rPr lang="en-US" altLang="zh-CN" sz="1600" b="0" i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rs11</a:t>
                      </a:r>
                      <a:endParaRPr lang="en-US" altLang="zh-CN" sz="1600" b="0" i="0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600" b="0" i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0.81 </a:t>
                      </a:r>
                      <a:endParaRPr lang="en-US" altLang="zh-CN" sz="1600" b="0" i="0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600" b="0" i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0.12 </a:t>
                      </a:r>
                      <a:endParaRPr lang="en-US" altLang="zh-CN" sz="1600" b="0" i="0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8920">
                <a:tc>
                  <a:txBody>
                    <a:bodyPr/>
                    <a:p>
                      <a:pPr algn="ctr" fontAlgn="b"/>
                      <a:r>
                        <a:rPr lang="en-US" altLang="zh-CN" sz="1600" b="0" i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rs12</a:t>
                      </a:r>
                      <a:endParaRPr lang="en-US" altLang="zh-CN" sz="1600" b="0" i="0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600" b="0" i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0.94 </a:t>
                      </a:r>
                      <a:endParaRPr lang="en-US" altLang="zh-CN" sz="1600" b="0" i="0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600" b="0" i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0.12 </a:t>
                      </a:r>
                      <a:endParaRPr lang="en-US" altLang="zh-CN" sz="1600" b="0" i="0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8920">
                <a:tc>
                  <a:txBody>
                    <a:bodyPr/>
                    <a:p>
                      <a:pPr algn="ctr" fontAlgn="b"/>
                      <a:r>
                        <a:rPr lang="en-US" altLang="zh-CN" sz="1600" b="0" i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rs13</a:t>
                      </a:r>
                      <a:endParaRPr lang="en-US" altLang="zh-CN" sz="1600" b="0" i="0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600" b="0" i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0.95 </a:t>
                      </a:r>
                      <a:endParaRPr lang="en-US" altLang="zh-CN" sz="1600" b="0" i="0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600" b="0" i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0.08 </a:t>
                      </a:r>
                      <a:endParaRPr lang="en-US" altLang="zh-CN" sz="1600" b="0" i="0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8920">
                <a:tc>
                  <a:txBody>
                    <a:bodyPr/>
                    <a:p>
                      <a:pPr algn="ctr" fontAlgn="b"/>
                      <a:r>
                        <a:rPr lang="en-US" altLang="zh-CN" sz="1600" b="0" i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rs14</a:t>
                      </a:r>
                      <a:endParaRPr lang="en-US" altLang="zh-CN" sz="1600" b="0" i="0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600" b="0" i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0.81 </a:t>
                      </a:r>
                      <a:endParaRPr lang="en-US" altLang="zh-CN" sz="1600" b="0" i="0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600" b="0" i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0.13 </a:t>
                      </a:r>
                      <a:endParaRPr lang="en-US" altLang="zh-CN" sz="1600" b="0" i="0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9" name="表格 8"/>
          <p:cNvGraphicFramePr/>
          <p:nvPr/>
        </p:nvGraphicFramePr>
        <p:xfrm>
          <a:off x="7329170" y="2847340"/>
          <a:ext cx="2870200" cy="1036320"/>
        </p:xfrm>
        <a:graphic>
          <a:graphicData uri="http://schemas.openxmlformats.org/drawingml/2006/table">
            <a:tbl>
              <a:tblPr/>
              <a:tblGrid>
                <a:gridCol w="1722120"/>
                <a:gridCol w="1148080"/>
              </a:tblGrid>
              <a:tr h="171450">
                <a:tc>
                  <a:txBody>
                    <a:bodyPr/>
                    <a:p>
                      <a:pPr algn="ctr" fontAlgn="ctr"/>
                      <a:r>
                        <a:rPr lang="en-US" altLang="zh-CN" sz="1800" b="1" i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Metric</a:t>
                      </a:r>
                      <a:endParaRPr lang="en-US" altLang="zh-CN" sz="1800" b="1" i="0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800" b="1" i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Value</a:t>
                      </a:r>
                      <a:endParaRPr lang="en-US" altLang="zh-CN" sz="1800" b="1" i="0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71450">
                <a:tc>
                  <a:txBody>
                    <a:bodyPr/>
                    <a:p>
                      <a:pPr algn="l" fontAlgn="b"/>
                      <a:r>
                        <a:rPr lang="en-US" altLang="zh-CN" sz="1800" b="0" i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mae</a:t>
                      </a:r>
                      <a:endParaRPr lang="en-US" altLang="zh-CN" sz="1800" b="0" i="0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800" b="0" i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0.10 </a:t>
                      </a:r>
                      <a:endParaRPr lang="en-US" altLang="zh-CN" sz="1800" b="0" i="0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71450">
                <a:tc>
                  <a:txBody>
                    <a:bodyPr/>
                    <a:p>
                      <a:pPr algn="l" fontAlgn="b"/>
                      <a:r>
                        <a:rPr lang="en-US" altLang="zh-CN" sz="1800" b="0" i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rmse</a:t>
                      </a:r>
                      <a:endParaRPr lang="en-US" altLang="zh-CN" sz="1800" b="0" i="0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800" b="0" i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0.13 </a:t>
                      </a:r>
                      <a:endParaRPr lang="en-US" altLang="zh-CN" sz="1800" b="0" i="0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71450">
                <a:tc>
                  <a:txBody>
                    <a:bodyPr/>
                    <a:p>
                      <a:pPr algn="l" fontAlgn="b"/>
                      <a:r>
                        <a:rPr lang="en-US" altLang="zh-CN" sz="1800" b="0" i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</a:t>
                      </a:r>
                      <a:r>
                        <a:rPr lang="en-US" altLang="zh-CN" sz="1800" b="0" i="0" baseline="3000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  <a:endParaRPr lang="en-US" altLang="zh-CN" sz="1800" b="0" i="0" baseline="30000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800" b="0" i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0.79 </a:t>
                      </a:r>
                      <a:endParaRPr lang="en-US" altLang="zh-CN" sz="1800" b="0" i="0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71450">
                <a:tc>
                  <a:txBody>
                    <a:bodyPr/>
                    <a:p>
                      <a:pPr algn="l" fontAlgn="b"/>
                      <a:r>
                        <a:rPr lang="en-US" altLang="zh-CN" sz="1800" b="0" i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pearson</a:t>
                      </a:r>
                      <a:endParaRPr lang="en-US" altLang="zh-CN" sz="1800" b="0" i="0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800" b="0" i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0.89 </a:t>
                      </a:r>
                      <a:endParaRPr lang="en-US" altLang="zh-CN" sz="1800" b="0" i="0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71450">
                <a:tc>
                  <a:txBody>
                    <a:bodyPr/>
                    <a:p>
                      <a:pPr algn="l" fontAlgn="b"/>
                      <a:r>
                        <a:rPr lang="en-US" altLang="zh-CN" sz="1800" b="0" i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pearson_r</a:t>
                      </a:r>
                      <a:endParaRPr lang="en-US" altLang="zh-CN" sz="1800" b="0" i="0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800" b="0" i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0.89 </a:t>
                      </a:r>
                      <a:endParaRPr lang="en-US" altLang="zh-CN" sz="1800" b="0" i="0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randomBar dir="vert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5347970" y="250825"/>
            <a:ext cx="6264275" cy="1630045"/>
          </a:xfrm>
          <a:prstGeom prst="rect">
            <a:avLst/>
          </a:prstGeom>
        </p:spPr>
        <p:txBody>
          <a:bodyPr wrap="square">
            <a:spAutoFit/>
          </a:bodyPr>
          <a:p>
            <a:pPr marL="0" algn="l" fontAlgn="b">
              <a:buClrTx/>
              <a:buSzTx/>
              <a:buFontTx/>
            </a:pPr>
            <a:r>
              <a:rPr lang="zh-CN" altLang="en-US" sz="2000" b="0" i="0">
                <a:solidFill>
                  <a:schemeClr val="accent3">
                    <a:lumMod val="20000"/>
                    <a:lumOff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同传统模型，从每个人种中选取一个模特作为验证集：AS选m05、CA选m02、SA选m08、AF选m09，从剩下的数据中选择两个场景为验证集：</a:t>
            </a:r>
            <a:r>
              <a:rPr lang="en-US" altLang="zh-CN" sz="2000" b="0" i="0">
                <a:solidFill>
                  <a:schemeClr val="accent3">
                    <a:lumMod val="20000"/>
                    <a:lumOff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AS</a:t>
            </a:r>
            <a:r>
              <a:rPr lang="zh-CN" altLang="en-US" sz="2000" b="0" i="0">
                <a:solidFill>
                  <a:schemeClr val="accent3">
                    <a:lumMod val="20000"/>
                    <a:lumOff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选</a:t>
            </a:r>
            <a:r>
              <a:rPr lang="en-US" altLang="zh-CN" sz="2000" b="0" i="0">
                <a:solidFill>
                  <a:schemeClr val="accent3">
                    <a:lumMod val="20000"/>
                    <a:lumOff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f05</a:t>
            </a:r>
            <a:r>
              <a:rPr lang="zh-CN" altLang="en-US" sz="2000" b="0" i="0">
                <a:solidFill>
                  <a:schemeClr val="accent3">
                    <a:lumMod val="20000"/>
                    <a:lumOff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en-US" altLang="zh-CN" sz="2000" b="0" i="0">
                <a:solidFill>
                  <a:schemeClr val="accent3">
                    <a:lumMod val="20000"/>
                    <a:lumOff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rs02\rs04、CA</a:t>
            </a:r>
            <a:r>
              <a:rPr lang="zh-CN" altLang="en-US" sz="2000" b="0" i="0">
                <a:solidFill>
                  <a:schemeClr val="accent3">
                    <a:lumMod val="20000"/>
                    <a:lumOff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选</a:t>
            </a:r>
            <a:r>
              <a:rPr lang="en-US" altLang="zh-CN" sz="2000" b="0" i="0">
                <a:solidFill>
                  <a:schemeClr val="accent3">
                    <a:lumMod val="20000"/>
                    <a:lumOff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f02</a:t>
            </a:r>
            <a:r>
              <a:rPr lang="zh-CN" altLang="en-US" sz="2000">
                <a:solidFill>
                  <a:schemeClr val="accent3">
                    <a:lumMod val="20000"/>
                    <a:lumOff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的</a:t>
            </a:r>
            <a:r>
              <a:rPr lang="en-US" altLang="zh-CN" sz="2000">
                <a:solidFill>
                  <a:schemeClr val="accent3">
                    <a:lumMod val="20000"/>
                    <a:lumOff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rs02\rs04</a:t>
            </a:r>
            <a:r>
              <a:rPr lang="en-US" altLang="zh-CN" sz="2000" b="0" i="0">
                <a:solidFill>
                  <a:schemeClr val="accent3">
                    <a:lumMod val="20000"/>
                    <a:lumOff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、SA</a:t>
            </a:r>
            <a:r>
              <a:rPr lang="zh-CN" altLang="en-US" sz="2000" b="0" i="0">
                <a:solidFill>
                  <a:schemeClr val="accent3">
                    <a:lumMod val="20000"/>
                    <a:lumOff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选</a:t>
            </a:r>
            <a:r>
              <a:rPr lang="en-US" altLang="zh-CN" sz="2000" b="0" i="0">
                <a:solidFill>
                  <a:schemeClr val="accent3">
                    <a:lumMod val="20000"/>
                    <a:lumOff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f08</a:t>
            </a:r>
            <a:r>
              <a:rPr lang="zh-CN" altLang="en-US" sz="2000">
                <a:solidFill>
                  <a:schemeClr val="accent3">
                    <a:lumMod val="20000"/>
                    <a:lumOff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的</a:t>
            </a:r>
            <a:r>
              <a:rPr lang="en-US" altLang="zh-CN" sz="2000">
                <a:solidFill>
                  <a:schemeClr val="accent3">
                    <a:lumMod val="20000"/>
                    <a:lumOff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rs02\rs04</a:t>
            </a:r>
            <a:r>
              <a:rPr lang="en-US" altLang="zh-CN" sz="2000" b="0" i="0">
                <a:solidFill>
                  <a:schemeClr val="accent3">
                    <a:lumMod val="20000"/>
                    <a:lumOff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、AF</a:t>
            </a:r>
            <a:r>
              <a:rPr lang="zh-CN" altLang="en-US" sz="2000" b="0" i="0">
                <a:solidFill>
                  <a:schemeClr val="accent3">
                    <a:lumMod val="20000"/>
                    <a:lumOff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选</a:t>
            </a:r>
            <a:r>
              <a:rPr lang="en-US" altLang="zh-CN" sz="2000" b="0" i="0">
                <a:solidFill>
                  <a:schemeClr val="accent3">
                    <a:lumMod val="20000"/>
                    <a:lumOff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f09</a:t>
            </a:r>
            <a:r>
              <a:rPr lang="zh-CN" altLang="en-US" sz="2000">
                <a:solidFill>
                  <a:schemeClr val="accent3">
                    <a:lumMod val="20000"/>
                    <a:lumOff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的</a:t>
            </a:r>
            <a:r>
              <a:rPr lang="en-US" altLang="zh-CN" sz="2000">
                <a:solidFill>
                  <a:schemeClr val="accent3">
                    <a:lumMod val="20000"/>
                    <a:lumOff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rs02\rs04</a:t>
            </a:r>
            <a:endParaRPr lang="zh-CN" altLang="en-US" sz="2000" b="0" i="0">
              <a:solidFill>
                <a:schemeClr val="accent3">
                  <a:lumMod val="20000"/>
                  <a:lumOff val="8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67640" y="74295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800">
                <a:solidFill>
                  <a:schemeClr val="accent3">
                    <a:lumMod val="20000"/>
                    <a:lumOff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deepskin</a:t>
            </a:r>
            <a:r>
              <a:rPr lang="zh-CN" altLang="en-US" sz="2800">
                <a:solidFill>
                  <a:schemeClr val="accent3">
                    <a:lumMod val="20000"/>
                    <a:lumOff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重新训练</a:t>
            </a:r>
            <a:endParaRPr lang="zh-CN" altLang="en-US" sz="2800">
              <a:solidFill>
                <a:schemeClr val="accent3">
                  <a:lumMod val="20000"/>
                  <a:lumOff val="80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ransition spd="med">
    <p:randomBar dir="vert"/>
  </p:transition>
</p:sld>
</file>

<file path=ppt/tags/tag1.xml><?xml version="1.0" encoding="utf-8"?>
<p:tagLst xmlns:p="http://schemas.openxmlformats.org/presentationml/2006/main">
  <p:tag name="KSO_WPP_MARK_KEY" val="ebf5869e-0b31-48ed-bab5-fd08fb99268f"/>
  <p:tag name="COMMONDATA" val="eyJoZGlkIjoiMWZjNTQwZmQ3ZTBlZDBmNjE3MmUwODkzZThjNDFhM2EifQ=="/>
  <p:tag name="commondata" val="eyJoZGlkIjoiMWI2OWQ2NmY2ZjIwYjVjOWVlNmRmYWQyMjFhZjA2MjAifQ=="/>
</p:tagLst>
</file>

<file path=ppt/theme/theme1.xml><?xml version="1.0" encoding="utf-8"?>
<a:theme xmlns:a="http://schemas.openxmlformats.org/drawingml/2006/main" name="RIBBONS">
  <a:themeElements>
    <a:clrScheme name="RIBBONS.POT 1">
      <a:dk1>
        <a:srgbClr val="220011"/>
      </a:dk1>
      <a:lt1>
        <a:srgbClr val="FFFFCC"/>
      </a:lt1>
      <a:dk2>
        <a:srgbClr val="660033"/>
      </a:dk2>
      <a:lt2>
        <a:srgbClr val="FFCC00"/>
      </a:lt2>
      <a:accent1>
        <a:srgbClr val="CC0099"/>
      </a:accent1>
      <a:accent2>
        <a:srgbClr val="56002B"/>
      </a:accent2>
      <a:accent3>
        <a:srgbClr val="B8AAAD"/>
      </a:accent3>
      <a:accent4>
        <a:srgbClr val="DADAAE"/>
      </a:accent4>
      <a:accent5>
        <a:srgbClr val="E2AACA"/>
      </a:accent5>
      <a:accent6>
        <a:srgbClr val="4D0026"/>
      </a:accent6>
      <a:hlink>
        <a:srgbClr val="9C004E"/>
      </a:hlink>
      <a:folHlink>
        <a:srgbClr val="FF6600"/>
      </a:folHlink>
    </a:clrScheme>
    <a:fontScheme name="RIBBONS.POT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rgbClr val="FF3300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0" fontAlgn="base" latinLnBrk="0" hangingPunct="0">
          <a:lnSpc>
            <a:spcPct val="94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0" lang="en-GB" sz="4400" b="1" i="0" u="none" strike="noStrike" cap="none" normalizeH="0" baseline="0" smtClean="0">
            <a:ln>
              <a:noFill/>
            </a:ln>
            <a:solidFill>
              <a:srgbClr val="FFCC00"/>
            </a:solidFill>
            <a:effectLst/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rgbClr val="FF3300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0" fontAlgn="base" latinLnBrk="0" hangingPunct="0">
          <a:lnSpc>
            <a:spcPct val="94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0" lang="en-GB" sz="4400" b="1" i="0" u="none" strike="noStrike" cap="none" normalizeH="0" baseline="0" smtClean="0">
            <a:ln>
              <a:noFill/>
            </a:ln>
            <a:solidFill>
              <a:srgbClr val="FFCC00"/>
            </a:solidFill>
            <a:effectLst/>
            <a:latin typeface="Times New Roman" panose="02020603050405020304" pitchFamily="18" charset="0"/>
          </a:defRPr>
        </a:defPPr>
      </a:lstStyle>
    </a:lnDef>
  </a:objectDefaults>
  <a:extraClrSchemeLst>
    <a:extraClrScheme>
      <a:clrScheme name="RIBBONS.POT 1">
        <a:dk1>
          <a:srgbClr val="220011"/>
        </a:dk1>
        <a:lt1>
          <a:srgbClr val="FFFFCC"/>
        </a:lt1>
        <a:dk2>
          <a:srgbClr val="660033"/>
        </a:dk2>
        <a:lt2>
          <a:srgbClr val="FFCC00"/>
        </a:lt2>
        <a:accent1>
          <a:srgbClr val="CC0099"/>
        </a:accent1>
        <a:accent2>
          <a:srgbClr val="56002B"/>
        </a:accent2>
        <a:accent3>
          <a:srgbClr val="B8AAAD"/>
        </a:accent3>
        <a:accent4>
          <a:srgbClr val="DADAAE"/>
        </a:accent4>
        <a:accent5>
          <a:srgbClr val="E2AACA"/>
        </a:accent5>
        <a:accent6>
          <a:srgbClr val="4D0026"/>
        </a:accent6>
        <a:hlink>
          <a:srgbClr val="9C004E"/>
        </a:hlink>
        <a:folHlink>
          <a:srgbClr val="FF66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IBBONS.POT 2">
        <a:dk1>
          <a:srgbClr val="000F1E"/>
        </a:dk1>
        <a:lt1>
          <a:srgbClr val="FFFFFF"/>
        </a:lt1>
        <a:dk2>
          <a:srgbClr val="003366"/>
        </a:dk2>
        <a:lt2>
          <a:srgbClr val="33CCCC"/>
        </a:lt2>
        <a:accent1>
          <a:srgbClr val="006699"/>
        </a:accent1>
        <a:accent2>
          <a:srgbClr val="003366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2D5C"/>
        </a:accent6>
        <a:hlink>
          <a:srgbClr val="0099CC"/>
        </a:hlink>
        <a:folHlink>
          <a:srgbClr val="0099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IBBONS.POT 3">
        <a:dk1>
          <a:srgbClr val="002F2E"/>
        </a:dk1>
        <a:lt1>
          <a:srgbClr val="FFFFFF"/>
        </a:lt1>
        <a:dk2>
          <a:srgbClr val="008080"/>
        </a:dk2>
        <a:lt2>
          <a:srgbClr val="66FFCC"/>
        </a:lt2>
        <a:accent1>
          <a:srgbClr val="0099CC"/>
        </a:accent1>
        <a:accent2>
          <a:srgbClr val="005250"/>
        </a:accent2>
        <a:accent3>
          <a:srgbClr val="AAC0C0"/>
        </a:accent3>
        <a:accent4>
          <a:srgbClr val="DADADA"/>
        </a:accent4>
        <a:accent5>
          <a:srgbClr val="AACAE2"/>
        </a:accent5>
        <a:accent6>
          <a:srgbClr val="004948"/>
        </a:accent6>
        <a:hlink>
          <a:srgbClr val="00CC99"/>
        </a:hlink>
        <a:folHlink>
          <a:srgbClr val="0099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IBBONS.POT 4">
        <a:dk1>
          <a:srgbClr val="000022"/>
        </a:dk1>
        <a:lt1>
          <a:srgbClr val="FFFFFF"/>
        </a:lt1>
        <a:dk2>
          <a:srgbClr val="000066"/>
        </a:dk2>
        <a:lt2>
          <a:srgbClr val="FFCC00"/>
        </a:lt2>
        <a:accent1>
          <a:srgbClr val="666699"/>
        </a:accent1>
        <a:accent2>
          <a:srgbClr val="000048"/>
        </a:accent2>
        <a:accent3>
          <a:srgbClr val="AAAAB8"/>
        </a:accent3>
        <a:accent4>
          <a:srgbClr val="DADADA"/>
        </a:accent4>
        <a:accent5>
          <a:srgbClr val="B8B8CA"/>
        </a:accent5>
        <a:accent6>
          <a:srgbClr val="000040"/>
        </a:accent6>
        <a:hlink>
          <a:srgbClr val="9999FF"/>
        </a:hlink>
        <a:folHlink>
          <a:srgbClr val="0000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IBBONS.POT 5">
        <a:dk1>
          <a:srgbClr val="663300"/>
        </a:dk1>
        <a:lt1>
          <a:srgbClr val="FFFFFF"/>
        </a:lt1>
        <a:dk2>
          <a:srgbClr val="000000"/>
        </a:dk2>
        <a:lt2>
          <a:srgbClr val="FFFF99"/>
        </a:lt2>
        <a:accent1>
          <a:srgbClr val="FFCC66"/>
        </a:accent1>
        <a:accent2>
          <a:srgbClr val="FFFFCC"/>
        </a:accent2>
        <a:accent3>
          <a:srgbClr val="FFFFFF"/>
        </a:accent3>
        <a:accent4>
          <a:srgbClr val="562A00"/>
        </a:accent4>
        <a:accent5>
          <a:srgbClr val="FFE2B8"/>
        </a:accent5>
        <a:accent6>
          <a:srgbClr val="E7E7B9"/>
        </a:accent6>
        <a:hlink>
          <a:srgbClr val="FFCC00"/>
        </a:hlink>
        <a:folHlink>
          <a:srgbClr val="FF7C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IBBONS.POT 6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CBCBCB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D4D4D4"/>
        </a:accent6>
        <a:hlink>
          <a:srgbClr val="4D4D4D"/>
        </a:hlink>
        <a:folHlink>
          <a:srgbClr val="86868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1087</Words>
  <Application>WPS 演示</Application>
  <PresentationFormat>宽屏</PresentationFormat>
  <Paragraphs>307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7" baseType="lpstr">
      <vt:lpstr>Arial</vt:lpstr>
      <vt:lpstr>宋体</vt:lpstr>
      <vt:lpstr>Wingdings</vt:lpstr>
      <vt:lpstr>Times New Roman</vt:lpstr>
      <vt:lpstr>MS PGothic</vt:lpstr>
      <vt:lpstr>Comic Sans MS</vt:lpstr>
      <vt:lpstr>微软雅黑</vt:lpstr>
      <vt:lpstr>Arial Unicode MS</vt:lpstr>
      <vt:lpstr>等线</vt:lpstr>
      <vt:lpstr>Calibri</vt:lpstr>
      <vt:lpstr>Inter</vt:lpstr>
      <vt:lpstr>Arial</vt:lpstr>
      <vt:lpstr>FFont-Family</vt:lpstr>
      <vt:lpstr>RIBBONS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Huawei Display  色彩表现一致性平台建立  The 4rd meeting   27 January 2021</dc:title>
  <dc:creator>祝跃宸 (Grace)</dc:creator>
  <cp:lastModifiedBy>南城小漫</cp:lastModifiedBy>
  <cp:revision>240</cp:revision>
  <dcterms:created xsi:type="dcterms:W3CDTF">2021-01-27T02:33:00Z</dcterms:created>
  <dcterms:modified xsi:type="dcterms:W3CDTF">2026-05-30T13:01:51Z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CFEBC8F004034754AE00E987A8FAB083_13</vt:lpwstr>
  </property>
  <property fmtid="{D5CDD505-2E9C-101B-9397-08002B2CF9AE}" pid="3" name="KSOProductBuildVer">
    <vt:lpwstr>2052-12.1.0.26375</vt:lpwstr>
  </property>
</Properties>
</file>